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1"/>
  </p:notesMasterIdLst>
  <p:sldIdLst>
    <p:sldId id="256" r:id="rId2"/>
    <p:sldId id="266" r:id="rId3"/>
    <p:sldId id="257" r:id="rId4"/>
    <p:sldId id="267" r:id="rId5"/>
    <p:sldId id="258" r:id="rId6"/>
    <p:sldId id="261" r:id="rId7"/>
    <p:sldId id="268" r:id="rId8"/>
    <p:sldId id="262" r:id="rId9"/>
    <p:sldId id="265" r:id="rId10"/>
  </p:sldIdLst>
  <p:sldSz cx="9144000" cy="5143500" type="screen16x9"/>
  <p:notesSz cx="6858000" cy="9144000"/>
  <p:embeddedFontLst>
    <p:embeddedFont>
      <p:font typeface="Anaheim" panose="020B0604020202020204" charset="0"/>
      <p:regular r:id="rId12"/>
      <p:bold r:id="rId13"/>
    </p:embeddedFont>
    <p:embeddedFont>
      <p:font typeface="Bebas Neue" panose="020B0606020202050201" pitchFamily="34" charset="0"/>
      <p:regular r:id="rId14"/>
    </p:embeddedFont>
    <p:embeddedFont>
      <p:font typeface="Bowlby One" panose="020B0604020202020204" charset="0"/>
      <p:regular r:id="rId15"/>
    </p:embeddedFon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Fira Sans Extra Condensed Medium" panose="020B060402020202020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E2C583-1F10-44CF-8DA6-FB806B4A8C8E}">
  <a:tblStyle styleId="{27E2C583-1F10-44CF-8DA6-FB806B4A8C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5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064cf7d6f0_0_1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064cf7d6f0_0_1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7e2c5d16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7e2c5d16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964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06b310d198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06b310d198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5457892A-685D-1245-E32E-7B037A96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064cf7d6f0_0_2176:notes">
            <a:extLst>
              <a:ext uri="{FF2B5EF4-FFF2-40B4-BE49-F238E27FC236}">
                <a16:creationId xmlns:a16="http://schemas.microsoft.com/office/drawing/2014/main" id="{75FE0A59-7C46-7C61-8882-D84F66D8D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064cf7d6f0_0_2176:notes">
            <a:extLst>
              <a:ext uri="{FF2B5EF4-FFF2-40B4-BE49-F238E27FC236}">
                <a16:creationId xmlns:a16="http://schemas.microsoft.com/office/drawing/2014/main" id="{088271D4-F426-4037-24B6-B5B0CB6BA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898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064cf7d6f0_0_2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064cf7d6f0_0_2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06b310d198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06b310d198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118898af35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118898af35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06b310d198_1_1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06b310d198_1_1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77900" y="126900"/>
            <a:ext cx="8788200" cy="4889700"/>
          </a:xfrm>
          <a:prstGeom prst="roundRect">
            <a:avLst>
              <a:gd name="adj" fmla="val 47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37029" y="2860175"/>
            <a:ext cx="4853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69978" y="246023"/>
            <a:ext cx="482627" cy="460485"/>
            <a:chOff x="543765" y="376748"/>
            <a:chExt cx="482627" cy="460485"/>
          </a:xfrm>
        </p:grpSpPr>
        <p:sp>
          <p:nvSpPr>
            <p:cNvPr id="12" name="Google Shape;12;p2"/>
            <p:cNvSpPr/>
            <p:nvPr/>
          </p:nvSpPr>
          <p:spPr>
            <a:xfrm>
              <a:off x="543765" y="534993"/>
              <a:ext cx="302354" cy="302240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6124" y="376748"/>
              <a:ext cx="180268" cy="180199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 rot="10800000" flipH="1">
            <a:off x="178000" y="4587308"/>
            <a:ext cx="8788200" cy="429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615950" y="1070463"/>
            <a:ext cx="59076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8183592" y="342254"/>
            <a:ext cx="490607" cy="137264"/>
            <a:chOff x="7764896" y="270525"/>
            <a:chExt cx="517900" cy="144900"/>
          </a:xfrm>
        </p:grpSpPr>
        <p:sp>
          <p:nvSpPr>
            <p:cNvPr id="17" name="Google Shape;17;p2"/>
            <p:cNvSpPr/>
            <p:nvPr/>
          </p:nvSpPr>
          <p:spPr>
            <a:xfrm>
              <a:off x="7764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9513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137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177900" y="126900"/>
            <a:ext cx="8788200" cy="4889700"/>
          </a:xfrm>
          <a:prstGeom prst="roundRect">
            <a:avLst>
              <a:gd name="adj" fmla="val 47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 rot="10800000" flipH="1">
            <a:off x="178000" y="4587308"/>
            <a:ext cx="8788200" cy="429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4"/>
          <p:cNvGrpSpPr/>
          <p:nvPr/>
        </p:nvGrpSpPr>
        <p:grpSpPr>
          <a:xfrm>
            <a:off x="8076684" y="375380"/>
            <a:ext cx="253875" cy="71030"/>
            <a:chOff x="7764896" y="270525"/>
            <a:chExt cx="517900" cy="144900"/>
          </a:xfrm>
        </p:grpSpPr>
        <p:sp>
          <p:nvSpPr>
            <p:cNvPr id="34" name="Google Shape;34;p4"/>
            <p:cNvSpPr/>
            <p:nvPr/>
          </p:nvSpPr>
          <p:spPr>
            <a:xfrm>
              <a:off x="7764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79513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137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22199" y="3845199"/>
            <a:ext cx="99956" cy="99903"/>
          </a:xfrm>
          <a:custGeom>
            <a:avLst/>
            <a:gdLst/>
            <a:ahLst/>
            <a:cxnLst/>
            <a:rect l="l" t="t" r="r" b="b"/>
            <a:pathLst>
              <a:path w="3762" h="3760" extrusionOk="0">
                <a:moveTo>
                  <a:pt x="1884" y="0"/>
                </a:moveTo>
                <a:cubicBezTo>
                  <a:pt x="1883" y="0"/>
                  <a:pt x="1882" y="0"/>
                  <a:pt x="1881" y="0"/>
                </a:cubicBezTo>
                <a:cubicBezTo>
                  <a:pt x="842" y="0"/>
                  <a:pt x="0" y="842"/>
                  <a:pt x="0" y="1880"/>
                </a:cubicBezTo>
                <a:cubicBezTo>
                  <a:pt x="0" y="2919"/>
                  <a:pt x="844" y="3760"/>
                  <a:pt x="1881" y="3760"/>
                </a:cubicBezTo>
                <a:cubicBezTo>
                  <a:pt x="2919" y="3760"/>
                  <a:pt x="3761" y="2918"/>
                  <a:pt x="3761" y="1880"/>
                </a:cubicBezTo>
                <a:cubicBezTo>
                  <a:pt x="3761" y="843"/>
                  <a:pt x="2920" y="0"/>
                  <a:pt x="188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75035" y="4040023"/>
            <a:ext cx="144969" cy="144901"/>
          </a:xfrm>
          <a:custGeom>
            <a:avLst/>
            <a:gdLst/>
            <a:ahLst/>
            <a:cxnLst/>
            <a:rect l="l" t="t" r="r" b="b"/>
            <a:pathLst>
              <a:path w="3762" h="3760" extrusionOk="0">
                <a:moveTo>
                  <a:pt x="1884" y="0"/>
                </a:moveTo>
                <a:cubicBezTo>
                  <a:pt x="1883" y="0"/>
                  <a:pt x="1882" y="0"/>
                  <a:pt x="1881" y="0"/>
                </a:cubicBezTo>
                <a:cubicBezTo>
                  <a:pt x="842" y="0"/>
                  <a:pt x="0" y="842"/>
                  <a:pt x="0" y="1880"/>
                </a:cubicBezTo>
                <a:cubicBezTo>
                  <a:pt x="0" y="2919"/>
                  <a:pt x="844" y="3760"/>
                  <a:pt x="1881" y="3760"/>
                </a:cubicBezTo>
                <a:cubicBezTo>
                  <a:pt x="2919" y="3760"/>
                  <a:pt x="3761" y="2918"/>
                  <a:pt x="3761" y="1880"/>
                </a:cubicBezTo>
                <a:cubicBezTo>
                  <a:pt x="3761" y="843"/>
                  <a:pt x="2920" y="0"/>
                  <a:pt x="18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177900" y="126900"/>
            <a:ext cx="8788200" cy="4889700"/>
          </a:xfrm>
          <a:prstGeom prst="roundRect">
            <a:avLst>
              <a:gd name="adj" fmla="val 47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 rot="10800000" flipH="1">
            <a:off x="178000" y="4587308"/>
            <a:ext cx="8788200" cy="429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4;p5"/>
          <p:cNvGrpSpPr/>
          <p:nvPr/>
        </p:nvGrpSpPr>
        <p:grpSpPr>
          <a:xfrm>
            <a:off x="8076684" y="375380"/>
            <a:ext cx="253875" cy="71030"/>
            <a:chOff x="7764896" y="270525"/>
            <a:chExt cx="517900" cy="144900"/>
          </a:xfrm>
        </p:grpSpPr>
        <p:sp>
          <p:nvSpPr>
            <p:cNvPr id="45" name="Google Shape;45;p5"/>
            <p:cNvSpPr/>
            <p:nvPr/>
          </p:nvSpPr>
          <p:spPr>
            <a:xfrm>
              <a:off x="7764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79513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8137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1"/>
          </p:nvPr>
        </p:nvSpPr>
        <p:spPr>
          <a:xfrm>
            <a:off x="1497946" y="2424825"/>
            <a:ext cx="2562900" cy="14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2"/>
          </p:nvPr>
        </p:nvSpPr>
        <p:spPr>
          <a:xfrm>
            <a:off x="1497946" y="2116850"/>
            <a:ext cx="25629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3"/>
          </p:nvPr>
        </p:nvSpPr>
        <p:spPr>
          <a:xfrm>
            <a:off x="5083162" y="2424825"/>
            <a:ext cx="2562900" cy="14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5083162" y="2116850"/>
            <a:ext cx="25629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320938" y="3777873"/>
            <a:ext cx="385668" cy="385642"/>
            <a:chOff x="6067621" y="1137730"/>
            <a:chExt cx="452503" cy="452472"/>
          </a:xfrm>
        </p:grpSpPr>
        <p:grpSp>
          <p:nvGrpSpPr>
            <p:cNvPr id="54" name="Google Shape;54;p5"/>
            <p:cNvGrpSpPr/>
            <p:nvPr/>
          </p:nvGrpSpPr>
          <p:grpSpPr>
            <a:xfrm>
              <a:off x="6067621" y="1137730"/>
              <a:ext cx="452503" cy="452472"/>
              <a:chOff x="7260446" y="1803430"/>
              <a:chExt cx="452503" cy="452472"/>
            </a:xfrm>
          </p:grpSpPr>
          <p:sp>
            <p:nvSpPr>
              <p:cNvPr id="55" name="Google Shape;55;p5"/>
              <p:cNvSpPr/>
              <p:nvPr/>
            </p:nvSpPr>
            <p:spPr>
              <a:xfrm>
                <a:off x="7260446" y="1803430"/>
                <a:ext cx="452503" cy="452472"/>
              </a:xfrm>
              <a:custGeom>
                <a:avLst/>
                <a:gdLst/>
                <a:ahLst/>
                <a:cxnLst/>
                <a:rect l="l" t="t" r="r" b="b"/>
                <a:pathLst>
                  <a:path w="6183" h="6183" extrusionOk="0">
                    <a:moveTo>
                      <a:pt x="3092" y="0"/>
                    </a:moveTo>
                    <a:cubicBezTo>
                      <a:pt x="1386" y="0"/>
                      <a:pt x="1" y="1385"/>
                      <a:pt x="1" y="3091"/>
                    </a:cubicBezTo>
                    <a:cubicBezTo>
                      <a:pt x="1" y="4798"/>
                      <a:pt x="1386" y="6182"/>
                      <a:pt x="3092" y="6182"/>
                    </a:cubicBezTo>
                    <a:cubicBezTo>
                      <a:pt x="4798" y="6182"/>
                      <a:pt x="6183" y="4798"/>
                      <a:pt x="6183" y="3091"/>
                    </a:cubicBezTo>
                    <a:cubicBezTo>
                      <a:pt x="6183" y="1385"/>
                      <a:pt x="4798" y="0"/>
                      <a:pt x="30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7345852" y="1925714"/>
                <a:ext cx="90457" cy="85987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175" extrusionOk="0">
                    <a:moveTo>
                      <a:pt x="159" y="1"/>
                    </a:moveTo>
                    <a:cubicBezTo>
                      <a:pt x="110" y="1"/>
                      <a:pt x="63" y="26"/>
                      <a:pt x="38" y="73"/>
                    </a:cubicBezTo>
                    <a:cubicBezTo>
                      <a:pt x="1" y="143"/>
                      <a:pt x="27" y="226"/>
                      <a:pt x="94" y="263"/>
                    </a:cubicBezTo>
                    <a:lnTo>
                      <a:pt x="770" y="627"/>
                    </a:lnTo>
                    <a:lnTo>
                      <a:pt x="107" y="907"/>
                    </a:lnTo>
                    <a:cubicBezTo>
                      <a:pt x="36" y="937"/>
                      <a:pt x="4" y="1019"/>
                      <a:pt x="33" y="1088"/>
                    </a:cubicBezTo>
                    <a:cubicBezTo>
                      <a:pt x="56" y="1143"/>
                      <a:pt x="107" y="1174"/>
                      <a:pt x="161" y="1174"/>
                    </a:cubicBezTo>
                    <a:cubicBezTo>
                      <a:pt x="177" y="1174"/>
                      <a:pt x="196" y="1170"/>
                      <a:pt x="214" y="1162"/>
                    </a:cubicBezTo>
                    <a:lnTo>
                      <a:pt x="1147" y="773"/>
                    </a:lnTo>
                    <a:cubicBezTo>
                      <a:pt x="1197" y="752"/>
                      <a:pt x="1230" y="706"/>
                      <a:pt x="1231" y="651"/>
                    </a:cubicBezTo>
                    <a:cubicBezTo>
                      <a:pt x="1236" y="598"/>
                      <a:pt x="1206" y="547"/>
                      <a:pt x="1160" y="522"/>
                    </a:cubicBezTo>
                    <a:lnTo>
                      <a:pt x="228" y="18"/>
                    </a:lnTo>
                    <a:cubicBezTo>
                      <a:pt x="206" y="6"/>
                      <a:pt x="182" y="1"/>
                      <a:pt x="1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7537231" y="1925714"/>
                <a:ext cx="90383" cy="85987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175" extrusionOk="0">
                    <a:moveTo>
                      <a:pt x="1074" y="1"/>
                    </a:moveTo>
                    <a:cubicBezTo>
                      <a:pt x="1052" y="1"/>
                      <a:pt x="1029" y="6"/>
                      <a:pt x="1007" y="18"/>
                    </a:cubicBezTo>
                    <a:lnTo>
                      <a:pt x="75" y="522"/>
                    </a:lnTo>
                    <a:cubicBezTo>
                      <a:pt x="29" y="547"/>
                      <a:pt x="1" y="598"/>
                      <a:pt x="4" y="651"/>
                    </a:cubicBezTo>
                    <a:cubicBezTo>
                      <a:pt x="7" y="703"/>
                      <a:pt x="38" y="752"/>
                      <a:pt x="88" y="773"/>
                    </a:cubicBezTo>
                    <a:lnTo>
                      <a:pt x="1021" y="1162"/>
                    </a:lnTo>
                    <a:cubicBezTo>
                      <a:pt x="1037" y="1170"/>
                      <a:pt x="1056" y="1174"/>
                      <a:pt x="1074" y="1174"/>
                    </a:cubicBezTo>
                    <a:cubicBezTo>
                      <a:pt x="1127" y="1174"/>
                      <a:pt x="1179" y="1143"/>
                      <a:pt x="1202" y="1088"/>
                    </a:cubicBezTo>
                    <a:cubicBezTo>
                      <a:pt x="1231" y="1019"/>
                      <a:pt x="1199" y="937"/>
                      <a:pt x="1127" y="907"/>
                    </a:cubicBezTo>
                    <a:lnTo>
                      <a:pt x="465" y="627"/>
                    </a:lnTo>
                    <a:lnTo>
                      <a:pt x="1141" y="263"/>
                    </a:lnTo>
                    <a:cubicBezTo>
                      <a:pt x="1207" y="226"/>
                      <a:pt x="1234" y="140"/>
                      <a:pt x="1197" y="73"/>
                    </a:cubicBezTo>
                    <a:cubicBezTo>
                      <a:pt x="1172" y="27"/>
                      <a:pt x="1124" y="1"/>
                      <a:pt x="10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" name="Google Shape;58;p5"/>
            <p:cNvSpPr/>
            <p:nvPr/>
          </p:nvSpPr>
          <p:spPr>
            <a:xfrm rot="10800000">
              <a:off x="6168113" y="1329405"/>
              <a:ext cx="251524" cy="131850"/>
            </a:xfrm>
            <a:custGeom>
              <a:avLst/>
              <a:gdLst/>
              <a:ahLst/>
              <a:cxnLst/>
              <a:rect l="l" t="t" r="r" b="b"/>
              <a:pathLst>
                <a:path w="723" h="379" fill="none" extrusionOk="0">
                  <a:moveTo>
                    <a:pt x="1" y="0"/>
                  </a:moveTo>
                  <a:cubicBezTo>
                    <a:pt x="1" y="0"/>
                    <a:pt x="254" y="378"/>
                    <a:pt x="723" y="0"/>
                  </a:cubicBez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5"/>
          <p:cNvGrpSpPr/>
          <p:nvPr/>
        </p:nvGrpSpPr>
        <p:grpSpPr>
          <a:xfrm>
            <a:off x="422191" y="1046749"/>
            <a:ext cx="284409" cy="1264133"/>
            <a:chOff x="422191" y="1046749"/>
            <a:chExt cx="284409" cy="1264133"/>
          </a:xfrm>
        </p:grpSpPr>
        <p:sp>
          <p:nvSpPr>
            <p:cNvPr id="60" name="Google Shape;60;p5"/>
            <p:cNvSpPr/>
            <p:nvPr/>
          </p:nvSpPr>
          <p:spPr>
            <a:xfrm>
              <a:off x="574700" y="1826375"/>
              <a:ext cx="131900" cy="131850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422191" y="2177028"/>
              <a:ext cx="133905" cy="133854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439174" y="1046749"/>
              <a:ext cx="99956" cy="99903"/>
            </a:xfrm>
            <a:custGeom>
              <a:avLst/>
              <a:gdLst/>
              <a:ahLst/>
              <a:cxnLst/>
              <a:rect l="l" t="t" r="r" b="b"/>
              <a:pathLst>
                <a:path w="3762" h="3760" extrusionOk="0">
                  <a:moveTo>
                    <a:pt x="1884" y="0"/>
                  </a:moveTo>
                  <a:cubicBezTo>
                    <a:pt x="1883" y="0"/>
                    <a:pt x="1882" y="0"/>
                    <a:pt x="1881" y="0"/>
                  </a:cubicBezTo>
                  <a:cubicBezTo>
                    <a:pt x="842" y="0"/>
                    <a:pt x="0" y="842"/>
                    <a:pt x="0" y="1880"/>
                  </a:cubicBezTo>
                  <a:cubicBezTo>
                    <a:pt x="0" y="2919"/>
                    <a:pt x="844" y="3760"/>
                    <a:pt x="1881" y="3760"/>
                  </a:cubicBezTo>
                  <a:cubicBezTo>
                    <a:pt x="2919" y="3760"/>
                    <a:pt x="3761" y="2918"/>
                    <a:pt x="3761" y="1880"/>
                  </a:cubicBezTo>
                  <a:cubicBezTo>
                    <a:pt x="3761" y="843"/>
                    <a:pt x="2920" y="0"/>
                    <a:pt x="18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8567037" y="4441448"/>
            <a:ext cx="180268" cy="180199"/>
          </a:xfrm>
          <a:custGeom>
            <a:avLst/>
            <a:gdLst/>
            <a:ahLst/>
            <a:cxnLst/>
            <a:rect l="l" t="t" r="r" b="b"/>
            <a:pathLst>
              <a:path w="5276" h="5274" extrusionOk="0">
                <a:moveTo>
                  <a:pt x="2638" y="1"/>
                </a:moveTo>
                <a:lnTo>
                  <a:pt x="1706" y="1706"/>
                </a:lnTo>
                <a:lnTo>
                  <a:pt x="1" y="2638"/>
                </a:lnTo>
                <a:lnTo>
                  <a:pt x="1706" y="3569"/>
                </a:lnTo>
                <a:lnTo>
                  <a:pt x="2638" y="5274"/>
                </a:lnTo>
                <a:lnTo>
                  <a:pt x="3571" y="3569"/>
                </a:lnTo>
                <a:lnTo>
                  <a:pt x="5275" y="2638"/>
                </a:lnTo>
                <a:lnTo>
                  <a:pt x="3571" y="1706"/>
                </a:lnTo>
                <a:lnTo>
                  <a:pt x="263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177900" y="126900"/>
            <a:ext cx="8788200" cy="4889700"/>
          </a:xfrm>
          <a:prstGeom prst="roundRect">
            <a:avLst>
              <a:gd name="adj" fmla="val 47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 rot="10800000" flipH="1">
            <a:off x="178000" y="4587308"/>
            <a:ext cx="8788200" cy="429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6"/>
          <p:cNvGrpSpPr/>
          <p:nvPr/>
        </p:nvGrpSpPr>
        <p:grpSpPr>
          <a:xfrm>
            <a:off x="8076684" y="375380"/>
            <a:ext cx="253875" cy="71030"/>
            <a:chOff x="7764896" y="270525"/>
            <a:chExt cx="517900" cy="144900"/>
          </a:xfrm>
        </p:grpSpPr>
        <p:sp>
          <p:nvSpPr>
            <p:cNvPr id="68" name="Google Shape;68;p6"/>
            <p:cNvSpPr/>
            <p:nvPr/>
          </p:nvSpPr>
          <p:spPr>
            <a:xfrm>
              <a:off x="7764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79513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8137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6"/>
          <p:cNvGrpSpPr/>
          <p:nvPr/>
        </p:nvGrpSpPr>
        <p:grpSpPr>
          <a:xfrm>
            <a:off x="323078" y="3247120"/>
            <a:ext cx="482627" cy="872050"/>
            <a:chOff x="323078" y="3247120"/>
            <a:chExt cx="482627" cy="872050"/>
          </a:xfrm>
        </p:grpSpPr>
        <p:grpSp>
          <p:nvGrpSpPr>
            <p:cNvPr id="73" name="Google Shape;73;p6"/>
            <p:cNvGrpSpPr/>
            <p:nvPr/>
          </p:nvGrpSpPr>
          <p:grpSpPr>
            <a:xfrm>
              <a:off x="323078" y="3658686"/>
              <a:ext cx="482627" cy="460485"/>
              <a:chOff x="543765" y="376748"/>
              <a:chExt cx="482627" cy="460485"/>
            </a:xfrm>
          </p:grpSpPr>
          <p:sp>
            <p:nvSpPr>
              <p:cNvPr id="74" name="Google Shape;74;p6"/>
              <p:cNvSpPr/>
              <p:nvPr/>
            </p:nvSpPr>
            <p:spPr>
              <a:xfrm>
                <a:off x="543765" y="534993"/>
                <a:ext cx="302354" cy="302240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5274" extrusionOk="0">
                    <a:moveTo>
                      <a:pt x="2638" y="1"/>
                    </a:moveTo>
                    <a:lnTo>
                      <a:pt x="1706" y="1706"/>
                    </a:lnTo>
                    <a:lnTo>
                      <a:pt x="1" y="2638"/>
                    </a:lnTo>
                    <a:lnTo>
                      <a:pt x="1706" y="3569"/>
                    </a:lnTo>
                    <a:lnTo>
                      <a:pt x="2638" y="5274"/>
                    </a:lnTo>
                    <a:lnTo>
                      <a:pt x="3571" y="3569"/>
                    </a:lnTo>
                    <a:lnTo>
                      <a:pt x="5275" y="2638"/>
                    </a:lnTo>
                    <a:lnTo>
                      <a:pt x="3571" y="1706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846124" y="376748"/>
                <a:ext cx="180268" cy="180199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5274" extrusionOk="0">
                    <a:moveTo>
                      <a:pt x="2638" y="1"/>
                    </a:moveTo>
                    <a:lnTo>
                      <a:pt x="1706" y="1706"/>
                    </a:lnTo>
                    <a:lnTo>
                      <a:pt x="1" y="2638"/>
                    </a:lnTo>
                    <a:lnTo>
                      <a:pt x="1706" y="3569"/>
                    </a:lnTo>
                    <a:lnTo>
                      <a:pt x="2638" y="5274"/>
                    </a:lnTo>
                    <a:lnTo>
                      <a:pt x="3571" y="3569"/>
                    </a:lnTo>
                    <a:lnTo>
                      <a:pt x="5275" y="2638"/>
                    </a:lnTo>
                    <a:lnTo>
                      <a:pt x="3571" y="1706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6"/>
            <p:cNvGrpSpPr/>
            <p:nvPr/>
          </p:nvGrpSpPr>
          <p:grpSpPr>
            <a:xfrm>
              <a:off x="390622" y="3247120"/>
              <a:ext cx="347554" cy="316597"/>
              <a:chOff x="1453550" y="959950"/>
              <a:chExt cx="167925" cy="152975"/>
            </a:xfrm>
          </p:grpSpPr>
          <p:sp>
            <p:nvSpPr>
              <p:cNvPr id="77" name="Google Shape;77;p6"/>
              <p:cNvSpPr/>
              <p:nvPr/>
            </p:nvSpPr>
            <p:spPr>
              <a:xfrm>
                <a:off x="1453550" y="959950"/>
                <a:ext cx="167925" cy="15297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6119" extrusionOk="0">
                    <a:moveTo>
                      <a:pt x="3359" y="0"/>
                    </a:moveTo>
                    <a:cubicBezTo>
                      <a:pt x="2576" y="0"/>
                      <a:pt x="1793" y="299"/>
                      <a:pt x="1195" y="896"/>
                    </a:cubicBezTo>
                    <a:cubicBezTo>
                      <a:pt x="1" y="2091"/>
                      <a:pt x="1" y="4027"/>
                      <a:pt x="1195" y="5222"/>
                    </a:cubicBezTo>
                    <a:cubicBezTo>
                      <a:pt x="1793" y="5820"/>
                      <a:pt x="2576" y="6118"/>
                      <a:pt x="3359" y="6118"/>
                    </a:cubicBezTo>
                    <a:cubicBezTo>
                      <a:pt x="4142" y="6118"/>
                      <a:pt x="4925" y="5820"/>
                      <a:pt x="5523" y="5222"/>
                    </a:cubicBezTo>
                    <a:cubicBezTo>
                      <a:pt x="6716" y="4027"/>
                      <a:pt x="6716" y="2091"/>
                      <a:pt x="5523" y="896"/>
                    </a:cubicBezTo>
                    <a:cubicBezTo>
                      <a:pt x="4925" y="299"/>
                      <a:pt x="4142" y="0"/>
                      <a:pt x="33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6"/>
              <p:cNvSpPr/>
              <p:nvPr/>
            </p:nvSpPr>
            <p:spPr>
              <a:xfrm>
                <a:off x="1495475" y="998925"/>
                <a:ext cx="84150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3366" h="3207" extrusionOk="0">
                    <a:moveTo>
                      <a:pt x="909" y="0"/>
                    </a:moveTo>
                    <a:cubicBezTo>
                      <a:pt x="863" y="0"/>
                      <a:pt x="811" y="2"/>
                      <a:pt x="758" y="8"/>
                    </a:cubicBezTo>
                    <a:cubicBezTo>
                      <a:pt x="427" y="40"/>
                      <a:pt x="46" y="343"/>
                      <a:pt x="0" y="921"/>
                    </a:cubicBezTo>
                    <a:lnTo>
                      <a:pt x="0" y="1113"/>
                    </a:lnTo>
                    <a:cubicBezTo>
                      <a:pt x="42" y="1668"/>
                      <a:pt x="461" y="2351"/>
                      <a:pt x="1683" y="3207"/>
                    </a:cubicBezTo>
                    <a:cubicBezTo>
                      <a:pt x="2903" y="2350"/>
                      <a:pt x="3322" y="1668"/>
                      <a:pt x="3365" y="1113"/>
                    </a:cubicBezTo>
                    <a:lnTo>
                      <a:pt x="3365" y="921"/>
                    </a:lnTo>
                    <a:cubicBezTo>
                      <a:pt x="3318" y="341"/>
                      <a:pt x="2937" y="39"/>
                      <a:pt x="2606" y="8"/>
                    </a:cubicBezTo>
                    <a:cubicBezTo>
                      <a:pt x="2553" y="2"/>
                      <a:pt x="2503" y="0"/>
                      <a:pt x="2455" y="0"/>
                    </a:cubicBezTo>
                    <a:cubicBezTo>
                      <a:pt x="2076" y="0"/>
                      <a:pt x="1892" y="165"/>
                      <a:pt x="1683" y="412"/>
                    </a:cubicBezTo>
                    <a:cubicBezTo>
                      <a:pt x="1472" y="165"/>
                      <a:pt x="1291" y="0"/>
                      <a:pt x="9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9" name="Google Shape;79;p6"/>
          <p:cNvSpPr/>
          <p:nvPr/>
        </p:nvSpPr>
        <p:spPr>
          <a:xfrm>
            <a:off x="8533024" y="1662298"/>
            <a:ext cx="180268" cy="180199"/>
          </a:xfrm>
          <a:custGeom>
            <a:avLst/>
            <a:gdLst/>
            <a:ahLst/>
            <a:cxnLst/>
            <a:rect l="l" t="t" r="r" b="b"/>
            <a:pathLst>
              <a:path w="5276" h="5274" extrusionOk="0">
                <a:moveTo>
                  <a:pt x="2638" y="1"/>
                </a:moveTo>
                <a:lnTo>
                  <a:pt x="1706" y="1706"/>
                </a:lnTo>
                <a:lnTo>
                  <a:pt x="1" y="2638"/>
                </a:lnTo>
                <a:lnTo>
                  <a:pt x="1706" y="3569"/>
                </a:lnTo>
                <a:lnTo>
                  <a:pt x="2638" y="5274"/>
                </a:lnTo>
                <a:lnTo>
                  <a:pt x="3571" y="3569"/>
                </a:lnTo>
                <a:lnTo>
                  <a:pt x="5275" y="2638"/>
                </a:lnTo>
                <a:lnTo>
                  <a:pt x="3571" y="1706"/>
                </a:lnTo>
                <a:lnTo>
                  <a:pt x="263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177900" y="126900"/>
            <a:ext cx="8788200" cy="4889700"/>
          </a:xfrm>
          <a:prstGeom prst="roundRect">
            <a:avLst>
              <a:gd name="adj" fmla="val 47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10800000" flipH="1">
            <a:off x="178000" y="4587308"/>
            <a:ext cx="8788200" cy="429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8076684" y="375380"/>
            <a:ext cx="253875" cy="71030"/>
            <a:chOff x="7764896" y="270525"/>
            <a:chExt cx="517900" cy="144900"/>
          </a:xfrm>
        </p:grpSpPr>
        <p:sp>
          <p:nvSpPr>
            <p:cNvPr id="127" name="Google Shape;127;p13"/>
            <p:cNvSpPr/>
            <p:nvPr/>
          </p:nvSpPr>
          <p:spPr>
            <a:xfrm>
              <a:off x="7764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79513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8137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2" hasCustomPrompt="1"/>
          </p:nvPr>
        </p:nvSpPr>
        <p:spPr>
          <a:xfrm>
            <a:off x="2013904" y="1321488"/>
            <a:ext cx="707400" cy="405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1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1"/>
          </p:nvPr>
        </p:nvSpPr>
        <p:spPr>
          <a:xfrm>
            <a:off x="1254579" y="21110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3"/>
          </p:nvPr>
        </p:nvSpPr>
        <p:spPr>
          <a:xfrm>
            <a:off x="1254629" y="1803000"/>
            <a:ext cx="23364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4" hasCustomPrompt="1"/>
          </p:nvPr>
        </p:nvSpPr>
        <p:spPr>
          <a:xfrm>
            <a:off x="2013904" y="2967413"/>
            <a:ext cx="707400" cy="405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1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5"/>
          </p:nvPr>
        </p:nvSpPr>
        <p:spPr>
          <a:xfrm>
            <a:off x="1254579" y="376258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6"/>
          </p:nvPr>
        </p:nvSpPr>
        <p:spPr>
          <a:xfrm>
            <a:off x="1254629" y="3454575"/>
            <a:ext cx="23364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7" hasCustomPrompt="1"/>
          </p:nvPr>
        </p:nvSpPr>
        <p:spPr>
          <a:xfrm>
            <a:off x="4350354" y="1321488"/>
            <a:ext cx="707400" cy="405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1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8"/>
          </p:nvPr>
        </p:nvSpPr>
        <p:spPr>
          <a:xfrm>
            <a:off x="3591029" y="21110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9"/>
          </p:nvPr>
        </p:nvSpPr>
        <p:spPr>
          <a:xfrm>
            <a:off x="3591079" y="1803000"/>
            <a:ext cx="23364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13" hasCustomPrompt="1"/>
          </p:nvPr>
        </p:nvSpPr>
        <p:spPr>
          <a:xfrm>
            <a:off x="4350354" y="2967413"/>
            <a:ext cx="707400" cy="405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1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14"/>
          </p:nvPr>
        </p:nvSpPr>
        <p:spPr>
          <a:xfrm>
            <a:off x="3591029" y="376258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5"/>
          </p:nvPr>
        </p:nvSpPr>
        <p:spPr>
          <a:xfrm>
            <a:off x="3591079" y="3454575"/>
            <a:ext cx="23364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16" hasCustomPrompt="1"/>
          </p:nvPr>
        </p:nvSpPr>
        <p:spPr>
          <a:xfrm>
            <a:off x="6686804" y="1321488"/>
            <a:ext cx="707400" cy="405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1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7"/>
          </p:nvPr>
        </p:nvSpPr>
        <p:spPr>
          <a:xfrm>
            <a:off x="5927479" y="21110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18"/>
          </p:nvPr>
        </p:nvSpPr>
        <p:spPr>
          <a:xfrm>
            <a:off x="5927529" y="1803000"/>
            <a:ext cx="23364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title" idx="19" hasCustomPrompt="1"/>
          </p:nvPr>
        </p:nvSpPr>
        <p:spPr>
          <a:xfrm>
            <a:off x="6686804" y="2967413"/>
            <a:ext cx="707400" cy="405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lt1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20"/>
          </p:nvPr>
        </p:nvSpPr>
        <p:spPr>
          <a:xfrm>
            <a:off x="5927479" y="376258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21"/>
          </p:nvPr>
        </p:nvSpPr>
        <p:spPr>
          <a:xfrm>
            <a:off x="5927529" y="3454575"/>
            <a:ext cx="23364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49" name="Google Shape;149;p13"/>
          <p:cNvGrpSpPr/>
          <p:nvPr/>
        </p:nvGrpSpPr>
        <p:grpSpPr>
          <a:xfrm>
            <a:off x="8363628" y="4378261"/>
            <a:ext cx="482627" cy="460485"/>
            <a:chOff x="543765" y="376748"/>
            <a:chExt cx="482627" cy="460485"/>
          </a:xfrm>
        </p:grpSpPr>
        <p:sp>
          <p:nvSpPr>
            <p:cNvPr id="150" name="Google Shape;150;p13"/>
            <p:cNvSpPr/>
            <p:nvPr/>
          </p:nvSpPr>
          <p:spPr>
            <a:xfrm>
              <a:off x="543765" y="534993"/>
              <a:ext cx="302354" cy="302240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846124" y="376748"/>
              <a:ext cx="180268" cy="180199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/>
          <p:nvPr/>
        </p:nvSpPr>
        <p:spPr>
          <a:xfrm>
            <a:off x="177900" y="126900"/>
            <a:ext cx="8788200" cy="4889700"/>
          </a:xfrm>
          <a:prstGeom prst="roundRect">
            <a:avLst>
              <a:gd name="adj" fmla="val 47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5"/>
          <p:cNvSpPr/>
          <p:nvPr/>
        </p:nvSpPr>
        <p:spPr>
          <a:xfrm rot="10800000" flipH="1">
            <a:off x="178000" y="4587308"/>
            <a:ext cx="8788200" cy="429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9" name="Google Shape;299;p25"/>
          <p:cNvGrpSpPr/>
          <p:nvPr/>
        </p:nvGrpSpPr>
        <p:grpSpPr>
          <a:xfrm>
            <a:off x="8076684" y="375380"/>
            <a:ext cx="253875" cy="71030"/>
            <a:chOff x="7764896" y="270525"/>
            <a:chExt cx="517900" cy="144900"/>
          </a:xfrm>
        </p:grpSpPr>
        <p:sp>
          <p:nvSpPr>
            <p:cNvPr id="300" name="Google Shape;300;p25"/>
            <p:cNvSpPr/>
            <p:nvPr/>
          </p:nvSpPr>
          <p:spPr>
            <a:xfrm>
              <a:off x="7764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79513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8137896" y="270525"/>
              <a:ext cx="144900" cy="144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subTitle" idx="1"/>
          </p:nvPr>
        </p:nvSpPr>
        <p:spPr>
          <a:xfrm>
            <a:off x="1479600" y="1819747"/>
            <a:ext cx="26523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ubTitle" idx="2"/>
          </p:nvPr>
        </p:nvSpPr>
        <p:spPr>
          <a:xfrm>
            <a:off x="1479657" y="1511750"/>
            <a:ext cx="26523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6" name="Google Shape;306;p25"/>
          <p:cNvSpPr txBox="1">
            <a:spLocks noGrp="1"/>
          </p:cNvSpPr>
          <p:nvPr>
            <p:ph type="subTitle" idx="3"/>
          </p:nvPr>
        </p:nvSpPr>
        <p:spPr>
          <a:xfrm>
            <a:off x="5015039" y="1819747"/>
            <a:ext cx="26523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5"/>
          <p:cNvSpPr txBox="1">
            <a:spLocks noGrp="1"/>
          </p:cNvSpPr>
          <p:nvPr>
            <p:ph type="subTitle" idx="4"/>
          </p:nvPr>
        </p:nvSpPr>
        <p:spPr>
          <a:xfrm>
            <a:off x="5015092" y="1511750"/>
            <a:ext cx="26523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8" name="Google Shape;308;p25"/>
          <p:cNvSpPr txBox="1">
            <a:spLocks noGrp="1"/>
          </p:cNvSpPr>
          <p:nvPr>
            <p:ph type="subTitle" idx="5"/>
          </p:nvPr>
        </p:nvSpPr>
        <p:spPr>
          <a:xfrm>
            <a:off x="1479600" y="3390150"/>
            <a:ext cx="26523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5"/>
          <p:cNvSpPr txBox="1">
            <a:spLocks noGrp="1"/>
          </p:cNvSpPr>
          <p:nvPr>
            <p:ph type="subTitle" idx="6"/>
          </p:nvPr>
        </p:nvSpPr>
        <p:spPr>
          <a:xfrm>
            <a:off x="1479657" y="3082144"/>
            <a:ext cx="26523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0" name="Google Shape;310;p25"/>
          <p:cNvSpPr txBox="1">
            <a:spLocks noGrp="1"/>
          </p:cNvSpPr>
          <p:nvPr>
            <p:ph type="subTitle" idx="7"/>
          </p:nvPr>
        </p:nvSpPr>
        <p:spPr>
          <a:xfrm>
            <a:off x="5015039" y="3390150"/>
            <a:ext cx="26523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5"/>
          <p:cNvSpPr txBox="1">
            <a:spLocks noGrp="1"/>
          </p:cNvSpPr>
          <p:nvPr>
            <p:ph type="subTitle" idx="8"/>
          </p:nvPr>
        </p:nvSpPr>
        <p:spPr>
          <a:xfrm>
            <a:off x="5015092" y="3082144"/>
            <a:ext cx="2652300" cy="40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464550" y="2066538"/>
            <a:ext cx="131900" cy="131850"/>
          </a:xfrm>
          <a:custGeom>
            <a:avLst/>
            <a:gdLst/>
            <a:ahLst/>
            <a:cxnLst/>
            <a:rect l="l" t="t" r="r" b="b"/>
            <a:pathLst>
              <a:path w="5276" h="5274" extrusionOk="0">
                <a:moveTo>
                  <a:pt x="2638" y="1"/>
                </a:moveTo>
                <a:lnTo>
                  <a:pt x="1706" y="1706"/>
                </a:lnTo>
                <a:lnTo>
                  <a:pt x="1" y="2638"/>
                </a:lnTo>
                <a:lnTo>
                  <a:pt x="1706" y="3569"/>
                </a:lnTo>
                <a:lnTo>
                  <a:pt x="2638" y="5274"/>
                </a:lnTo>
                <a:lnTo>
                  <a:pt x="3571" y="3569"/>
                </a:lnTo>
                <a:lnTo>
                  <a:pt x="5275" y="2638"/>
                </a:lnTo>
                <a:lnTo>
                  <a:pt x="3571" y="1706"/>
                </a:lnTo>
                <a:lnTo>
                  <a:pt x="263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accent2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/>
          <p:nvPr/>
        </p:nvSpPr>
        <p:spPr>
          <a:xfrm>
            <a:off x="177900" y="126900"/>
            <a:ext cx="8788200" cy="48897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9"/>
          <p:cNvSpPr/>
          <p:nvPr/>
        </p:nvSpPr>
        <p:spPr>
          <a:xfrm rot="10800000" flipH="1">
            <a:off x="178000" y="4587308"/>
            <a:ext cx="8788200" cy="4293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0" name="Google Shape;360;p29"/>
          <p:cNvGrpSpPr/>
          <p:nvPr/>
        </p:nvGrpSpPr>
        <p:grpSpPr>
          <a:xfrm>
            <a:off x="8076684" y="375380"/>
            <a:ext cx="253875" cy="71030"/>
            <a:chOff x="7764896" y="270525"/>
            <a:chExt cx="517900" cy="144900"/>
          </a:xfrm>
        </p:grpSpPr>
        <p:sp>
          <p:nvSpPr>
            <p:cNvPr id="361" name="Google Shape;361;p29"/>
            <p:cNvSpPr/>
            <p:nvPr/>
          </p:nvSpPr>
          <p:spPr>
            <a:xfrm>
              <a:off x="7764896" y="270525"/>
              <a:ext cx="144900" cy="1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7951396" y="270525"/>
              <a:ext cx="144900" cy="1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8137896" y="270525"/>
              <a:ext cx="144900" cy="1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6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/>
          <p:nvPr/>
        </p:nvSpPr>
        <p:spPr>
          <a:xfrm>
            <a:off x="177900" y="126900"/>
            <a:ext cx="8788200" cy="4889700"/>
          </a:xfrm>
          <a:prstGeom prst="roundRect">
            <a:avLst>
              <a:gd name="adj" fmla="val 479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0"/>
          <p:cNvSpPr/>
          <p:nvPr/>
        </p:nvSpPr>
        <p:spPr>
          <a:xfrm rot="5400000" flipH="1">
            <a:off x="6257000" y="2297700"/>
            <a:ext cx="4890900" cy="546900"/>
          </a:xfrm>
          <a:prstGeom prst="round2SameRect">
            <a:avLst>
              <a:gd name="adj1" fmla="val 26367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7" name="Google Shape;367;p30"/>
          <p:cNvGrpSpPr/>
          <p:nvPr/>
        </p:nvGrpSpPr>
        <p:grpSpPr>
          <a:xfrm rot="-5400000">
            <a:off x="253934" y="2536243"/>
            <a:ext cx="253875" cy="71030"/>
            <a:chOff x="7764896" y="270525"/>
            <a:chExt cx="517900" cy="144900"/>
          </a:xfrm>
        </p:grpSpPr>
        <p:sp>
          <p:nvSpPr>
            <p:cNvPr id="368" name="Google Shape;368;p30"/>
            <p:cNvSpPr/>
            <p:nvPr/>
          </p:nvSpPr>
          <p:spPr>
            <a:xfrm>
              <a:off x="7764896" y="270525"/>
              <a:ext cx="144900" cy="1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7951396" y="270525"/>
              <a:ext cx="144900" cy="1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8137896" y="270525"/>
              <a:ext cx="144900" cy="1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1" name="Google Shape;371;p30"/>
          <p:cNvSpPr/>
          <p:nvPr/>
        </p:nvSpPr>
        <p:spPr>
          <a:xfrm>
            <a:off x="8619800" y="2088000"/>
            <a:ext cx="165300" cy="967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Bowlby One"/>
              <a:buNone/>
              <a:defRPr sz="300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8" r:id="rId5"/>
    <p:sldLayoutId id="2147483659" r:id="rId6"/>
    <p:sldLayoutId id="2147483671" r:id="rId7"/>
    <p:sldLayoutId id="2147483675" r:id="rId8"/>
    <p:sldLayoutId id="214748367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34"/>
          <p:cNvGrpSpPr/>
          <p:nvPr/>
        </p:nvGrpSpPr>
        <p:grpSpPr>
          <a:xfrm>
            <a:off x="6517833" y="2280896"/>
            <a:ext cx="2783775" cy="2903459"/>
            <a:chOff x="3384425" y="680175"/>
            <a:chExt cx="930375" cy="970375"/>
          </a:xfrm>
        </p:grpSpPr>
        <p:sp>
          <p:nvSpPr>
            <p:cNvPr id="383" name="Google Shape;383;p34"/>
            <p:cNvSpPr/>
            <p:nvPr/>
          </p:nvSpPr>
          <p:spPr>
            <a:xfrm>
              <a:off x="3535225" y="1011400"/>
              <a:ext cx="779550" cy="639075"/>
            </a:xfrm>
            <a:custGeom>
              <a:avLst/>
              <a:gdLst/>
              <a:ahLst/>
              <a:cxnLst/>
              <a:rect l="l" t="t" r="r" b="b"/>
              <a:pathLst>
                <a:path w="31182" h="25563" extrusionOk="0">
                  <a:moveTo>
                    <a:pt x="14244" y="1"/>
                  </a:moveTo>
                  <a:lnTo>
                    <a:pt x="14244" y="2"/>
                  </a:lnTo>
                  <a:cubicBezTo>
                    <a:pt x="14244" y="2"/>
                    <a:pt x="10216" y="607"/>
                    <a:pt x="7796" y="1474"/>
                  </a:cubicBezTo>
                  <a:cubicBezTo>
                    <a:pt x="4386" y="2697"/>
                    <a:pt x="379" y="3855"/>
                    <a:pt x="379" y="3855"/>
                  </a:cubicBezTo>
                  <a:lnTo>
                    <a:pt x="1" y="11245"/>
                  </a:lnTo>
                  <a:lnTo>
                    <a:pt x="7770" y="11543"/>
                  </a:lnTo>
                  <a:cubicBezTo>
                    <a:pt x="7770" y="11543"/>
                    <a:pt x="6279" y="22368"/>
                    <a:pt x="6605" y="25563"/>
                  </a:cubicBezTo>
                  <a:lnTo>
                    <a:pt x="31181" y="25563"/>
                  </a:lnTo>
                  <a:cubicBezTo>
                    <a:pt x="31181" y="25563"/>
                    <a:pt x="30961" y="8783"/>
                    <a:pt x="30531" y="6982"/>
                  </a:cubicBezTo>
                  <a:cubicBezTo>
                    <a:pt x="29773" y="3802"/>
                    <a:pt x="28203" y="2103"/>
                    <a:pt x="25550" y="1581"/>
                  </a:cubicBezTo>
                  <a:cubicBezTo>
                    <a:pt x="22896" y="1061"/>
                    <a:pt x="19731" y="1"/>
                    <a:pt x="197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4146925" y="1382425"/>
              <a:ext cx="163700" cy="56525"/>
            </a:xfrm>
            <a:custGeom>
              <a:avLst/>
              <a:gdLst/>
              <a:ahLst/>
              <a:cxnLst/>
              <a:rect l="l" t="t" r="r" b="b"/>
              <a:pathLst>
                <a:path w="6548" h="2261" extrusionOk="0">
                  <a:moveTo>
                    <a:pt x="3276" y="0"/>
                  </a:moveTo>
                  <a:cubicBezTo>
                    <a:pt x="1196" y="0"/>
                    <a:pt x="1" y="383"/>
                    <a:pt x="1" y="383"/>
                  </a:cubicBezTo>
                  <a:lnTo>
                    <a:pt x="1" y="2260"/>
                  </a:lnTo>
                  <a:cubicBezTo>
                    <a:pt x="1" y="2260"/>
                    <a:pt x="1220" y="1876"/>
                    <a:pt x="3315" y="1876"/>
                  </a:cubicBezTo>
                  <a:cubicBezTo>
                    <a:pt x="4234" y="1876"/>
                    <a:pt x="5321" y="1950"/>
                    <a:pt x="6547" y="2162"/>
                  </a:cubicBezTo>
                  <a:lnTo>
                    <a:pt x="6501" y="287"/>
                  </a:lnTo>
                  <a:cubicBezTo>
                    <a:pt x="5273" y="74"/>
                    <a:pt x="4189" y="0"/>
                    <a:pt x="32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4082000" y="1432950"/>
              <a:ext cx="232800" cy="217600"/>
            </a:xfrm>
            <a:custGeom>
              <a:avLst/>
              <a:gdLst/>
              <a:ahLst/>
              <a:cxnLst/>
              <a:rect l="l" t="t" r="r" b="b"/>
              <a:pathLst>
                <a:path w="9312" h="8704" extrusionOk="0">
                  <a:moveTo>
                    <a:pt x="9144" y="0"/>
                  </a:moveTo>
                  <a:lnTo>
                    <a:pt x="2598" y="97"/>
                  </a:lnTo>
                  <a:cubicBezTo>
                    <a:pt x="2598" y="97"/>
                    <a:pt x="2073" y="3260"/>
                    <a:pt x="1516" y="5478"/>
                  </a:cubicBezTo>
                  <a:cubicBezTo>
                    <a:pt x="705" y="8704"/>
                    <a:pt x="1" y="8704"/>
                    <a:pt x="1" y="8704"/>
                  </a:cubicBezTo>
                  <a:lnTo>
                    <a:pt x="9312" y="8704"/>
                  </a:lnTo>
                  <a:lnTo>
                    <a:pt x="91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3535225" y="1054725"/>
              <a:ext cx="176625" cy="241500"/>
            </a:xfrm>
            <a:custGeom>
              <a:avLst/>
              <a:gdLst/>
              <a:ahLst/>
              <a:cxnLst/>
              <a:rect l="l" t="t" r="r" b="b"/>
              <a:pathLst>
                <a:path w="7065" h="9660" extrusionOk="0">
                  <a:moveTo>
                    <a:pt x="7065" y="1"/>
                  </a:moveTo>
                  <a:lnTo>
                    <a:pt x="7065" y="1"/>
                  </a:lnTo>
                  <a:cubicBezTo>
                    <a:pt x="3839" y="1123"/>
                    <a:pt x="379" y="2124"/>
                    <a:pt x="379" y="2124"/>
                  </a:cubicBezTo>
                  <a:lnTo>
                    <a:pt x="1" y="9514"/>
                  </a:lnTo>
                  <a:lnTo>
                    <a:pt x="3742" y="9659"/>
                  </a:lnTo>
                  <a:cubicBezTo>
                    <a:pt x="6331" y="6556"/>
                    <a:pt x="6943" y="1409"/>
                    <a:pt x="70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3869500" y="1011450"/>
              <a:ext cx="180425" cy="87375"/>
            </a:xfrm>
            <a:custGeom>
              <a:avLst/>
              <a:gdLst/>
              <a:ahLst/>
              <a:cxnLst/>
              <a:rect l="l" t="t" r="r" b="b"/>
              <a:pathLst>
                <a:path w="7217" h="3495" extrusionOk="0">
                  <a:moveTo>
                    <a:pt x="873" y="0"/>
                  </a:moveTo>
                  <a:cubicBezTo>
                    <a:pt x="873" y="0"/>
                    <a:pt x="537" y="51"/>
                    <a:pt x="2" y="144"/>
                  </a:cubicBezTo>
                  <a:cubicBezTo>
                    <a:pt x="0" y="177"/>
                    <a:pt x="0" y="212"/>
                    <a:pt x="0" y="245"/>
                  </a:cubicBezTo>
                  <a:cubicBezTo>
                    <a:pt x="0" y="2239"/>
                    <a:pt x="1417" y="3494"/>
                    <a:pt x="3411" y="3494"/>
                  </a:cubicBezTo>
                  <a:cubicBezTo>
                    <a:pt x="5395" y="3494"/>
                    <a:pt x="7199" y="2251"/>
                    <a:pt x="7217" y="274"/>
                  </a:cubicBezTo>
                  <a:cubicBezTo>
                    <a:pt x="6688" y="110"/>
                    <a:pt x="6361" y="0"/>
                    <a:pt x="63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4146925" y="1232325"/>
              <a:ext cx="16275" cy="203050"/>
            </a:xfrm>
            <a:custGeom>
              <a:avLst/>
              <a:gdLst/>
              <a:ahLst/>
              <a:cxnLst/>
              <a:rect l="l" t="t" r="r" b="b"/>
              <a:pathLst>
                <a:path w="651" h="8122" fill="none" extrusionOk="0">
                  <a:moveTo>
                    <a:pt x="1" y="8122"/>
                  </a:moveTo>
                  <a:lnTo>
                    <a:pt x="1" y="1295"/>
                  </a:lnTo>
                  <a:lnTo>
                    <a:pt x="650" y="1"/>
                  </a:ln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3729475" y="1206650"/>
              <a:ext cx="14225" cy="93450"/>
            </a:xfrm>
            <a:custGeom>
              <a:avLst/>
              <a:gdLst/>
              <a:ahLst/>
              <a:cxnLst/>
              <a:rect l="l" t="t" r="r" b="b"/>
              <a:pathLst>
                <a:path w="569" h="3738" fill="none" extrusionOk="0">
                  <a:moveTo>
                    <a:pt x="0" y="3738"/>
                  </a:moveTo>
                  <a:lnTo>
                    <a:pt x="568" y="0"/>
                  </a:ln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3781100" y="850750"/>
              <a:ext cx="77150" cy="70950"/>
            </a:xfrm>
            <a:custGeom>
              <a:avLst/>
              <a:gdLst/>
              <a:ahLst/>
              <a:cxnLst/>
              <a:rect l="l" t="t" r="r" b="b"/>
              <a:pathLst>
                <a:path w="3086" h="2838" extrusionOk="0">
                  <a:moveTo>
                    <a:pt x="1819" y="0"/>
                  </a:moveTo>
                  <a:lnTo>
                    <a:pt x="0" y="1696"/>
                  </a:lnTo>
                  <a:lnTo>
                    <a:pt x="797" y="2838"/>
                  </a:lnTo>
                  <a:cubicBezTo>
                    <a:pt x="797" y="2838"/>
                    <a:pt x="2183" y="2830"/>
                    <a:pt x="3085" y="1895"/>
                  </a:cubicBezTo>
                  <a:lnTo>
                    <a:pt x="1819" y="0"/>
                  </a:lnTo>
                  <a:close/>
                </a:path>
              </a:pathLst>
            </a:custGeom>
            <a:solidFill>
              <a:srgbClr val="F4C4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4139700" y="1425750"/>
              <a:ext cx="175075" cy="224800"/>
            </a:xfrm>
            <a:custGeom>
              <a:avLst/>
              <a:gdLst/>
              <a:ahLst/>
              <a:cxnLst/>
              <a:rect l="l" t="t" r="r" b="b"/>
              <a:pathLst>
                <a:path w="7003" h="8992" extrusionOk="0">
                  <a:moveTo>
                    <a:pt x="3604" y="1"/>
                  </a:moveTo>
                  <a:cubicBezTo>
                    <a:pt x="1509" y="1"/>
                    <a:pt x="290" y="385"/>
                    <a:pt x="290" y="385"/>
                  </a:cubicBezTo>
                  <a:lnTo>
                    <a:pt x="1" y="8992"/>
                  </a:lnTo>
                  <a:lnTo>
                    <a:pt x="7002" y="8992"/>
                  </a:lnTo>
                  <a:cubicBezTo>
                    <a:pt x="7002" y="8990"/>
                    <a:pt x="6946" y="4739"/>
                    <a:pt x="6836" y="287"/>
                  </a:cubicBezTo>
                  <a:cubicBezTo>
                    <a:pt x="5610" y="74"/>
                    <a:pt x="4523" y="1"/>
                    <a:pt x="3604" y="1"/>
                  </a:cubicBezTo>
                  <a:close/>
                </a:path>
              </a:pathLst>
            </a:custGeom>
            <a:solidFill>
              <a:srgbClr val="F4C4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4145275" y="1425750"/>
              <a:ext cx="165825" cy="59450"/>
            </a:xfrm>
            <a:custGeom>
              <a:avLst/>
              <a:gdLst/>
              <a:ahLst/>
              <a:cxnLst/>
              <a:rect l="l" t="t" r="r" b="b"/>
              <a:pathLst>
                <a:path w="6633" h="2378" extrusionOk="0">
                  <a:moveTo>
                    <a:pt x="3381" y="1"/>
                  </a:moveTo>
                  <a:cubicBezTo>
                    <a:pt x="1286" y="1"/>
                    <a:pt x="67" y="385"/>
                    <a:pt x="67" y="385"/>
                  </a:cubicBezTo>
                  <a:lnTo>
                    <a:pt x="0" y="2377"/>
                  </a:lnTo>
                  <a:cubicBezTo>
                    <a:pt x="673" y="2041"/>
                    <a:pt x="2889" y="1104"/>
                    <a:pt x="6633" y="1083"/>
                  </a:cubicBezTo>
                  <a:cubicBezTo>
                    <a:pt x="6627" y="818"/>
                    <a:pt x="6619" y="554"/>
                    <a:pt x="6613" y="287"/>
                  </a:cubicBezTo>
                  <a:cubicBezTo>
                    <a:pt x="5387" y="74"/>
                    <a:pt x="4300" y="1"/>
                    <a:pt x="3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3803175" y="763700"/>
              <a:ext cx="146050" cy="219350"/>
            </a:xfrm>
            <a:custGeom>
              <a:avLst/>
              <a:gdLst/>
              <a:ahLst/>
              <a:cxnLst/>
              <a:rect l="l" t="t" r="r" b="b"/>
              <a:pathLst>
                <a:path w="5842" h="8774" extrusionOk="0">
                  <a:moveTo>
                    <a:pt x="2888" y="1"/>
                  </a:moveTo>
                  <a:cubicBezTo>
                    <a:pt x="2649" y="1"/>
                    <a:pt x="2416" y="143"/>
                    <a:pt x="2323" y="393"/>
                  </a:cubicBezTo>
                  <a:lnTo>
                    <a:pt x="120" y="6281"/>
                  </a:lnTo>
                  <a:cubicBezTo>
                    <a:pt x="1" y="6595"/>
                    <a:pt x="94" y="6950"/>
                    <a:pt x="349" y="7168"/>
                  </a:cubicBezTo>
                  <a:lnTo>
                    <a:pt x="2647" y="8647"/>
                  </a:lnTo>
                  <a:cubicBezTo>
                    <a:pt x="2748" y="8733"/>
                    <a:pt x="2869" y="8773"/>
                    <a:pt x="2988" y="8773"/>
                  </a:cubicBezTo>
                  <a:cubicBezTo>
                    <a:pt x="3198" y="8773"/>
                    <a:pt x="3402" y="8649"/>
                    <a:pt x="3483" y="8431"/>
                  </a:cubicBezTo>
                  <a:lnTo>
                    <a:pt x="5725" y="2439"/>
                  </a:lnTo>
                  <a:cubicBezTo>
                    <a:pt x="5842" y="2124"/>
                    <a:pt x="5750" y="1768"/>
                    <a:pt x="5494" y="1552"/>
                  </a:cubicBezTo>
                  <a:lnTo>
                    <a:pt x="3279" y="145"/>
                  </a:lnTo>
                  <a:cubicBezTo>
                    <a:pt x="3163" y="47"/>
                    <a:pt x="3025" y="1"/>
                    <a:pt x="2888" y="1"/>
                  </a:cubicBezTo>
                  <a:close/>
                </a:path>
              </a:pathLst>
            </a:custGeom>
            <a:solidFill>
              <a:srgbClr val="565E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3803150" y="763625"/>
              <a:ext cx="83425" cy="219325"/>
            </a:xfrm>
            <a:custGeom>
              <a:avLst/>
              <a:gdLst/>
              <a:ahLst/>
              <a:cxnLst/>
              <a:rect l="l" t="t" r="r" b="b"/>
              <a:pathLst>
                <a:path w="3337" h="8773" extrusionOk="0">
                  <a:moveTo>
                    <a:pt x="2889" y="0"/>
                  </a:moveTo>
                  <a:cubicBezTo>
                    <a:pt x="2650" y="0"/>
                    <a:pt x="2416" y="143"/>
                    <a:pt x="2322" y="393"/>
                  </a:cubicBezTo>
                  <a:lnTo>
                    <a:pt x="119" y="6280"/>
                  </a:lnTo>
                  <a:cubicBezTo>
                    <a:pt x="0" y="6595"/>
                    <a:pt x="92" y="6948"/>
                    <a:pt x="349" y="7168"/>
                  </a:cubicBezTo>
                  <a:lnTo>
                    <a:pt x="2647" y="8646"/>
                  </a:lnTo>
                  <a:cubicBezTo>
                    <a:pt x="2748" y="8732"/>
                    <a:pt x="2869" y="8772"/>
                    <a:pt x="2988" y="8772"/>
                  </a:cubicBezTo>
                  <a:cubicBezTo>
                    <a:pt x="3115" y="8772"/>
                    <a:pt x="3239" y="8727"/>
                    <a:pt x="3336" y="8643"/>
                  </a:cubicBezTo>
                  <a:lnTo>
                    <a:pt x="923" y="7067"/>
                  </a:lnTo>
                  <a:cubicBezTo>
                    <a:pt x="659" y="6842"/>
                    <a:pt x="562" y="6472"/>
                    <a:pt x="684" y="6146"/>
                  </a:cubicBezTo>
                  <a:lnTo>
                    <a:pt x="2749" y="548"/>
                  </a:lnTo>
                  <a:cubicBezTo>
                    <a:pt x="2838" y="310"/>
                    <a:pt x="3050" y="166"/>
                    <a:pt x="3277" y="142"/>
                  </a:cubicBezTo>
                  <a:cubicBezTo>
                    <a:pt x="3162" y="45"/>
                    <a:pt x="3025" y="0"/>
                    <a:pt x="2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3817200" y="764425"/>
              <a:ext cx="132025" cy="215275"/>
            </a:xfrm>
            <a:custGeom>
              <a:avLst/>
              <a:gdLst/>
              <a:ahLst/>
              <a:cxnLst/>
              <a:rect l="l" t="t" r="r" b="b"/>
              <a:pathLst>
                <a:path w="5281" h="8611" extrusionOk="0">
                  <a:moveTo>
                    <a:pt x="2582" y="0"/>
                  </a:moveTo>
                  <a:cubicBezTo>
                    <a:pt x="2582" y="0"/>
                    <a:pt x="2617" y="31"/>
                    <a:pt x="2688" y="91"/>
                  </a:cubicBezTo>
                  <a:lnTo>
                    <a:pt x="2688" y="91"/>
                  </a:lnTo>
                  <a:cubicBezTo>
                    <a:pt x="2618" y="30"/>
                    <a:pt x="2583" y="0"/>
                    <a:pt x="2582" y="0"/>
                  </a:cubicBezTo>
                  <a:close/>
                  <a:moveTo>
                    <a:pt x="2688" y="91"/>
                  </a:moveTo>
                  <a:lnTo>
                    <a:pt x="2688" y="91"/>
                  </a:lnTo>
                  <a:cubicBezTo>
                    <a:pt x="2697" y="98"/>
                    <a:pt x="2706" y="106"/>
                    <a:pt x="2716" y="115"/>
                  </a:cubicBezTo>
                  <a:lnTo>
                    <a:pt x="2716" y="115"/>
                  </a:lnTo>
                  <a:cubicBezTo>
                    <a:pt x="2716" y="115"/>
                    <a:pt x="2716" y="115"/>
                    <a:pt x="2716" y="115"/>
                  </a:cubicBezTo>
                  <a:cubicBezTo>
                    <a:pt x="2706" y="106"/>
                    <a:pt x="2697" y="98"/>
                    <a:pt x="2688" y="91"/>
                  </a:cubicBezTo>
                  <a:close/>
                  <a:moveTo>
                    <a:pt x="2716" y="115"/>
                  </a:moveTo>
                  <a:lnTo>
                    <a:pt x="2716" y="115"/>
                  </a:lnTo>
                  <a:cubicBezTo>
                    <a:pt x="2491" y="137"/>
                    <a:pt x="2277" y="279"/>
                    <a:pt x="2188" y="518"/>
                  </a:cubicBezTo>
                  <a:lnTo>
                    <a:pt x="122" y="6114"/>
                  </a:lnTo>
                  <a:cubicBezTo>
                    <a:pt x="0" y="6440"/>
                    <a:pt x="97" y="6810"/>
                    <a:pt x="361" y="7035"/>
                  </a:cubicBezTo>
                  <a:lnTo>
                    <a:pt x="2774" y="8611"/>
                  </a:lnTo>
                  <a:cubicBezTo>
                    <a:pt x="2836" y="8554"/>
                    <a:pt x="2888" y="8485"/>
                    <a:pt x="2919" y="8397"/>
                  </a:cubicBezTo>
                  <a:lnTo>
                    <a:pt x="5162" y="2407"/>
                  </a:lnTo>
                  <a:cubicBezTo>
                    <a:pt x="5281" y="2095"/>
                    <a:pt x="5189" y="1739"/>
                    <a:pt x="4933" y="1523"/>
                  </a:cubicBezTo>
                  <a:lnTo>
                    <a:pt x="2718" y="116"/>
                  </a:lnTo>
                  <a:cubicBezTo>
                    <a:pt x="2717" y="116"/>
                    <a:pt x="2717" y="115"/>
                    <a:pt x="2716" y="11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3825525" y="776625"/>
              <a:ext cx="115400" cy="189975"/>
            </a:xfrm>
            <a:custGeom>
              <a:avLst/>
              <a:gdLst/>
              <a:ahLst/>
              <a:cxnLst/>
              <a:rect l="l" t="t" r="r" b="b"/>
              <a:pathLst>
                <a:path w="4616" h="7599" extrusionOk="0">
                  <a:moveTo>
                    <a:pt x="2340" y="0"/>
                  </a:moveTo>
                  <a:cubicBezTo>
                    <a:pt x="2256" y="0"/>
                    <a:pt x="2175" y="47"/>
                    <a:pt x="2143" y="129"/>
                  </a:cubicBezTo>
                  <a:cubicBezTo>
                    <a:pt x="2140" y="132"/>
                    <a:pt x="2140" y="132"/>
                    <a:pt x="2140" y="134"/>
                  </a:cubicBezTo>
                  <a:lnTo>
                    <a:pt x="77" y="5734"/>
                  </a:lnTo>
                  <a:cubicBezTo>
                    <a:pt x="1" y="5935"/>
                    <a:pt x="56" y="6161"/>
                    <a:pt x="213" y="6305"/>
                  </a:cubicBezTo>
                  <a:lnTo>
                    <a:pt x="2150" y="7568"/>
                  </a:lnTo>
                  <a:cubicBezTo>
                    <a:pt x="2182" y="7589"/>
                    <a:pt x="2217" y="7599"/>
                    <a:pt x="2251" y="7599"/>
                  </a:cubicBezTo>
                  <a:cubicBezTo>
                    <a:pt x="2324" y="7599"/>
                    <a:pt x="2395" y="7555"/>
                    <a:pt x="2422" y="7479"/>
                  </a:cubicBezTo>
                  <a:lnTo>
                    <a:pt x="4546" y="1815"/>
                  </a:lnTo>
                  <a:cubicBezTo>
                    <a:pt x="4616" y="1627"/>
                    <a:pt x="4564" y="1415"/>
                    <a:pt x="4419" y="1278"/>
                  </a:cubicBezTo>
                  <a:lnTo>
                    <a:pt x="2462" y="36"/>
                  </a:lnTo>
                  <a:cubicBezTo>
                    <a:pt x="2424" y="12"/>
                    <a:pt x="2382" y="0"/>
                    <a:pt x="23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3904700" y="755850"/>
              <a:ext cx="115075" cy="62700"/>
            </a:xfrm>
            <a:custGeom>
              <a:avLst/>
              <a:gdLst/>
              <a:ahLst/>
              <a:cxnLst/>
              <a:rect l="l" t="t" r="r" b="b"/>
              <a:pathLst>
                <a:path w="4603" h="2508" extrusionOk="0">
                  <a:moveTo>
                    <a:pt x="2059" y="0"/>
                  </a:moveTo>
                  <a:cubicBezTo>
                    <a:pt x="1413" y="0"/>
                    <a:pt x="566" y="226"/>
                    <a:pt x="0" y="1236"/>
                  </a:cubicBezTo>
                  <a:cubicBezTo>
                    <a:pt x="658" y="1762"/>
                    <a:pt x="1925" y="2507"/>
                    <a:pt x="3831" y="2507"/>
                  </a:cubicBezTo>
                  <a:cubicBezTo>
                    <a:pt x="4077" y="2507"/>
                    <a:pt x="4334" y="2495"/>
                    <a:pt x="4602" y="2468"/>
                  </a:cubicBezTo>
                  <a:cubicBezTo>
                    <a:pt x="4495" y="1055"/>
                    <a:pt x="3883" y="258"/>
                    <a:pt x="2976" y="149"/>
                  </a:cubicBezTo>
                  <a:cubicBezTo>
                    <a:pt x="2976" y="149"/>
                    <a:pt x="2584" y="0"/>
                    <a:pt x="2059" y="0"/>
                  </a:cubicBezTo>
                  <a:close/>
                </a:path>
              </a:pathLst>
            </a:custGeom>
            <a:solidFill>
              <a:srgbClr val="C699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3384425" y="781025"/>
              <a:ext cx="504025" cy="511650"/>
            </a:xfrm>
            <a:custGeom>
              <a:avLst/>
              <a:gdLst/>
              <a:ahLst/>
              <a:cxnLst/>
              <a:rect l="l" t="t" r="r" b="b"/>
              <a:pathLst>
                <a:path w="20161" h="20466" extrusionOk="0">
                  <a:moveTo>
                    <a:pt x="18697" y="0"/>
                  </a:moveTo>
                  <a:cubicBezTo>
                    <a:pt x="18688" y="0"/>
                    <a:pt x="18680" y="0"/>
                    <a:pt x="18672" y="1"/>
                  </a:cubicBezTo>
                  <a:cubicBezTo>
                    <a:pt x="18253" y="18"/>
                    <a:pt x="16818" y="840"/>
                    <a:pt x="16818" y="840"/>
                  </a:cubicBezTo>
                  <a:lnTo>
                    <a:pt x="15200" y="3625"/>
                  </a:lnTo>
                  <a:cubicBezTo>
                    <a:pt x="12831" y="4967"/>
                    <a:pt x="3802" y="9926"/>
                    <a:pt x="2229" y="12965"/>
                  </a:cubicBezTo>
                  <a:cubicBezTo>
                    <a:pt x="1" y="17267"/>
                    <a:pt x="1867" y="20303"/>
                    <a:pt x="6033" y="20463"/>
                  </a:cubicBezTo>
                  <a:cubicBezTo>
                    <a:pt x="6077" y="20465"/>
                    <a:pt x="6122" y="20466"/>
                    <a:pt x="6166" y="20466"/>
                  </a:cubicBezTo>
                  <a:cubicBezTo>
                    <a:pt x="9606" y="20466"/>
                    <a:pt x="11578" y="15277"/>
                    <a:pt x="12431" y="13270"/>
                  </a:cubicBezTo>
                  <a:cubicBezTo>
                    <a:pt x="13297" y="11238"/>
                    <a:pt x="16662" y="5627"/>
                    <a:pt x="16662" y="5627"/>
                  </a:cubicBezTo>
                  <a:lnTo>
                    <a:pt x="16391" y="4881"/>
                  </a:lnTo>
                  <a:cubicBezTo>
                    <a:pt x="18189" y="4215"/>
                    <a:pt x="18410" y="1706"/>
                    <a:pt x="18410" y="1706"/>
                  </a:cubicBezTo>
                  <a:cubicBezTo>
                    <a:pt x="18410" y="1706"/>
                    <a:pt x="18964" y="2139"/>
                    <a:pt x="19193" y="2139"/>
                  </a:cubicBezTo>
                  <a:cubicBezTo>
                    <a:pt x="19230" y="2139"/>
                    <a:pt x="19258" y="2128"/>
                    <a:pt x="19274" y="2101"/>
                  </a:cubicBezTo>
                  <a:cubicBezTo>
                    <a:pt x="19514" y="1714"/>
                    <a:pt x="18982" y="1285"/>
                    <a:pt x="18982" y="1285"/>
                  </a:cubicBezTo>
                  <a:lnTo>
                    <a:pt x="18982" y="1285"/>
                  </a:lnTo>
                  <a:cubicBezTo>
                    <a:pt x="18982" y="1285"/>
                    <a:pt x="19555" y="1580"/>
                    <a:pt x="19856" y="1580"/>
                  </a:cubicBezTo>
                  <a:cubicBezTo>
                    <a:pt x="19939" y="1580"/>
                    <a:pt x="20002" y="1557"/>
                    <a:pt x="20026" y="1499"/>
                  </a:cubicBezTo>
                  <a:cubicBezTo>
                    <a:pt x="20161" y="1175"/>
                    <a:pt x="19485" y="772"/>
                    <a:pt x="19485" y="772"/>
                  </a:cubicBezTo>
                  <a:lnTo>
                    <a:pt x="19485" y="772"/>
                  </a:lnTo>
                  <a:cubicBezTo>
                    <a:pt x="19485" y="772"/>
                    <a:pt x="19595" y="799"/>
                    <a:pt x="19717" y="799"/>
                  </a:cubicBezTo>
                  <a:cubicBezTo>
                    <a:pt x="19852" y="799"/>
                    <a:pt x="20000" y="765"/>
                    <a:pt x="20026" y="623"/>
                  </a:cubicBezTo>
                  <a:cubicBezTo>
                    <a:pt x="20072" y="358"/>
                    <a:pt x="19085" y="0"/>
                    <a:pt x="18697" y="0"/>
                  </a:cubicBezTo>
                  <a:close/>
                </a:path>
              </a:pathLst>
            </a:custGeom>
            <a:solidFill>
              <a:srgbClr val="F4C4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3815150" y="799925"/>
              <a:ext cx="43875" cy="13225"/>
            </a:xfrm>
            <a:custGeom>
              <a:avLst/>
              <a:gdLst/>
              <a:ahLst/>
              <a:cxnLst/>
              <a:rect l="l" t="t" r="r" b="b"/>
              <a:pathLst>
                <a:path w="1755" h="529" fill="none" extrusionOk="0">
                  <a:moveTo>
                    <a:pt x="1755" y="529"/>
                  </a:moveTo>
                  <a:cubicBezTo>
                    <a:pt x="1755" y="529"/>
                    <a:pt x="812" y="1"/>
                    <a:pt x="1" y="199"/>
                  </a:cubicBezTo>
                </a:path>
              </a:pathLst>
            </a:custGeom>
            <a:noFill/>
            <a:ln w="2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3835650" y="790700"/>
              <a:ext cx="35900" cy="9625"/>
            </a:xfrm>
            <a:custGeom>
              <a:avLst/>
              <a:gdLst/>
              <a:ahLst/>
              <a:cxnLst/>
              <a:rect l="l" t="t" r="r" b="b"/>
              <a:pathLst>
                <a:path w="1436" h="385" fill="none" extrusionOk="0">
                  <a:moveTo>
                    <a:pt x="1" y="1"/>
                  </a:moveTo>
                  <a:cubicBezTo>
                    <a:pt x="1" y="1"/>
                    <a:pt x="659" y="1"/>
                    <a:pt x="1436" y="385"/>
                  </a:cubicBezTo>
                </a:path>
              </a:pathLst>
            </a:custGeom>
            <a:noFill/>
            <a:ln w="2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3834325" y="822025"/>
              <a:ext cx="10400" cy="1650"/>
            </a:xfrm>
            <a:custGeom>
              <a:avLst/>
              <a:gdLst/>
              <a:ahLst/>
              <a:cxnLst/>
              <a:rect l="l" t="t" r="r" b="b"/>
              <a:pathLst>
                <a:path w="416" h="66" fill="none" extrusionOk="0">
                  <a:moveTo>
                    <a:pt x="415" y="66"/>
                  </a:moveTo>
                  <a:lnTo>
                    <a:pt x="0" y="0"/>
                  </a:lnTo>
                </a:path>
              </a:pathLst>
            </a:custGeom>
            <a:noFill/>
            <a:ln w="2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3882250" y="771075"/>
              <a:ext cx="55050" cy="71750"/>
            </a:xfrm>
            <a:custGeom>
              <a:avLst/>
              <a:gdLst/>
              <a:ahLst/>
              <a:cxnLst/>
              <a:rect l="l" t="t" r="r" b="b"/>
              <a:pathLst>
                <a:path w="2202" h="2870" extrusionOk="0">
                  <a:moveTo>
                    <a:pt x="1222" y="0"/>
                  </a:moveTo>
                  <a:cubicBezTo>
                    <a:pt x="720" y="0"/>
                    <a:pt x="244" y="546"/>
                    <a:pt x="126" y="1281"/>
                  </a:cubicBezTo>
                  <a:cubicBezTo>
                    <a:pt x="0" y="2068"/>
                    <a:pt x="335" y="2777"/>
                    <a:pt x="875" y="2861"/>
                  </a:cubicBezTo>
                  <a:cubicBezTo>
                    <a:pt x="911" y="2867"/>
                    <a:pt x="947" y="2870"/>
                    <a:pt x="983" y="2870"/>
                  </a:cubicBezTo>
                  <a:cubicBezTo>
                    <a:pt x="1483" y="2870"/>
                    <a:pt x="1959" y="2325"/>
                    <a:pt x="2077" y="1591"/>
                  </a:cubicBezTo>
                  <a:cubicBezTo>
                    <a:pt x="2202" y="802"/>
                    <a:pt x="1868" y="95"/>
                    <a:pt x="1328" y="9"/>
                  </a:cubicBezTo>
                  <a:cubicBezTo>
                    <a:pt x="1293" y="3"/>
                    <a:pt x="1257" y="0"/>
                    <a:pt x="12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3881525" y="716025"/>
              <a:ext cx="167000" cy="181075"/>
            </a:xfrm>
            <a:custGeom>
              <a:avLst/>
              <a:gdLst/>
              <a:ahLst/>
              <a:cxnLst/>
              <a:rect l="l" t="t" r="r" b="b"/>
              <a:pathLst>
                <a:path w="6680" h="7243" extrusionOk="0">
                  <a:moveTo>
                    <a:pt x="2140" y="0"/>
                  </a:moveTo>
                  <a:cubicBezTo>
                    <a:pt x="975" y="0"/>
                    <a:pt x="0" y="1010"/>
                    <a:pt x="548" y="2114"/>
                  </a:cubicBezTo>
                  <a:cubicBezTo>
                    <a:pt x="1065" y="3160"/>
                    <a:pt x="3256" y="3241"/>
                    <a:pt x="3925" y="3241"/>
                  </a:cubicBezTo>
                  <a:cubicBezTo>
                    <a:pt x="4049" y="3241"/>
                    <a:pt x="4121" y="3238"/>
                    <a:pt x="4121" y="3238"/>
                  </a:cubicBezTo>
                  <a:lnTo>
                    <a:pt x="4121" y="3238"/>
                  </a:lnTo>
                  <a:cubicBezTo>
                    <a:pt x="3796" y="6027"/>
                    <a:pt x="5204" y="7242"/>
                    <a:pt x="5204" y="7242"/>
                  </a:cubicBezTo>
                  <a:cubicBezTo>
                    <a:pt x="5204" y="7242"/>
                    <a:pt x="6679" y="5580"/>
                    <a:pt x="6546" y="3699"/>
                  </a:cubicBezTo>
                  <a:cubicBezTo>
                    <a:pt x="6446" y="2299"/>
                    <a:pt x="5722" y="2170"/>
                    <a:pt x="5460" y="2170"/>
                  </a:cubicBezTo>
                  <a:cubicBezTo>
                    <a:pt x="5402" y="2170"/>
                    <a:pt x="5366" y="2177"/>
                    <a:pt x="5366" y="2177"/>
                  </a:cubicBezTo>
                  <a:cubicBezTo>
                    <a:pt x="5348" y="1040"/>
                    <a:pt x="3906" y="335"/>
                    <a:pt x="2569" y="46"/>
                  </a:cubicBezTo>
                  <a:cubicBezTo>
                    <a:pt x="2424" y="15"/>
                    <a:pt x="2281" y="0"/>
                    <a:pt x="21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3886625" y="880725"/>
              <a:ext cx="145600" cy="198200"/>
            </a:xfrm>
            <a:custGeom>
              <a:avLst/>
              <a:gdLst/>
              <a:ahLst/>
              <a:cxnLst/>
              <a:rect l="l" t="t" r="r" b="b"/>
              <a:pathLst>
                <a:path w="5824" h="7928" extrusionOk="0">
                  <a:moveTo>
                    <a:pt x="4914" y="1"/>
                  </a:moveTo>
                  <a:lnTo>
                    <a:pt x="1137" y="1074"/>
                  </a:lnTo>
                  <a:lnTo>
                    <a:pt x="212" y="5122"/>
                  </a:lnTo>
                  <a:cubicBezTo>
                    <a:pt x="0" y="6052"/>
                    <a:pt x="363" y="7041"/>
                    <a:pt x="1161" y="7557"/>
                  </a:cubicBezTo>
                  <a:cubicBezTo>
                    <a:pt x="1429" y="7729"/>
                    <a:pt x="1743" y="7859"/>
                    <a:pt x="2107" y="7895"/>
                  </a:cubicBezTo>
                  <a:cubicBezTo>
                    <a:pt x="2332" y="7917"/>
                    <a:pt x="2544" y="7927"/>
                    <a:pt x="2742" y="7927"/>
                  </a:cubicBezTo>
                  <a:cubicBezTo>
                    <a:pt x="3418" y="7927"/>
                    <a:pt x="3944" y="7807"/>
                    <a:pt x="4353" y="7626"/>
                  </a:cubicBezTo>
                  <a:cubicBezTo>
                    <a:pt x="5300" y="7205"/>
                    <a:pt x="5823" y="6181"/>
                    <a:pt x="5662" y="5160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rgbClr val="F4C4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3895500" y="884650"/>
              <a:ext cx="107950" cy="108425"/>
            </a:xfrm>
            <a:custGeom>
              <a:avLst/>
              <a:gdLst/>
              <a:ahLst/>
              <a:cxnLst/>
              <a:rect l="l" t="t" r="r" b="b"/>
              <a:pathLst>
                <a:path w="4318" h="4337" extrusionOk="0">
                  <a:moveTo>
                    <a:pt x="4318" y="1"/>
                  </a:moveTo>
                  <a:lnTo>
                    <a:pt x="784" y="914"/>
                  </a:lnTo>
                  <a:lnTo>
                    <a:pt x="1" y="4337"/>
                  </a:lnTo>
                  <a:cubicBezTo>
                    <a:pt x="3453" y="4163"/>
                    <a:pt x="4318" y="1"/>
                    <a:pt x="43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4"/>
            <p:cNvSpPr/>
            <p:nvPr/>
          </p:nvSpPr>
          <p:spPr>
            <a:xfrm>
              <a:off x="3863600" y="781950"/>
              <a:ext cx="154375" cy="178425"/>
            </a:xfrm>
            <a:custGeom>
              <a:avLst/>
              <a:gdLst/>
              <a:ahLst/>
              <a:cxnLst/>
              <a:rect l="l" t="t" r="r" b="b"/>
              <a:pathLst>
                <a:path w="6175" h="7137" extrusionOk="0">
                  <a:moveTo>
                    <a:pt x="1759" y="1"/>
                  </a:moveTo>
                  <a:cubicBezTo>
                    <a:pt x="1561" y="300"/>
                    <a:pt x="1391" y="680"/>
                    <a:pt x="1265" y="1162"/>
                  </a:cubicBezTo>
                  <a:cubicBezTo>
                    <a:pt x="472" y="4193"/>
                    <a:pt x="0" y="6389"/>
                    <a:pt x="2058" y="7038"/>
                  </a:cubicBezTo>
                  <a:cubicBezTo>
                    <a:pt x="2270" y="7105"/>
                    <a:pt x="2480" y="7136"/>
                    <a:pt x="2685" y="7136"/>
                  </a:cubicBezTo>
                  <a:cubicBezTo>
                    <a:pt x="4408" y="7136"/>
                    <a:pt x="5864" y="4937"/>
                    <a:pt x="6175" y="2983"/>
                  </a:cubicBezTo>
                  <a:lnTo>
                    <a:pt x="6175" y="2983"/>
                  </a:lnTo>
                  <a:cubicBezTo>
                    <a:pt x="6173" y="2984"/>
                    <a:pt x="6089" y="3004"/>
                    <a:pt x="5963" y="3004"/>
                  </a:cubicBezTo>
                  <a:cubicBezTo>
                    <a:pt x="5527" y="3004"/>
                    <a:pt x="4587" y="2760"/>
                    <a:pt x="4838" y="601"/>
                  </a:cubicBezTo>
                  <a:lnTo>
                    <a:pt x="4838" y="601"/>
                  </a:lnTo>
                  <a:cubicBezTo>
                    <a:pt x="4838" y="601"/>
                    <a:pt x="4768" y="604"/>
                    <a:pt x="4647" y="604"/>
                  </a:cubicBezTo>
                  <a:cubicBezTo>
                    <a:pt x="4118" y="604"/>
                    <a:pt x="2610" y="553"/>
                    <a:pt x="1759" y="1"/>
                  </a:cubicBezTo>
                  <a:close/>
                </a:path>
              </a:pathLst>
            </a:custGeom>
            <a:solidFill>
              <a:srgbClr val="F4C4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4"/>
            <p:cNvSpPr/>
            <p:nvPr/>
          </p:nvSpPr>
          <p:spPr>
            <a:xfrm>
              <a:off x="3998025" y="831025"/>
              <a:ext cx="49575" cy="54300"/>
            </a:xfrm>
            <a:custGeom>
              <a:avLst/>
              <a:gdLst/>
              <a:ahLst/>
              <a:cxnLst/>
              <a:rect l="l" t="t" r="r" b="b"/>
              <a:pathLst>
                <a:path w="1983" h="2172" extrusionOk="0">
                  <a:moveTo>
                    <a:pt x="1301" y="0"/>
                  </a:moveTo>
                  <a:cubicBezTo>
                    <a:pt x="966" y="0"/>
                    <a:pt x="573" y="267"/>
                    <a:pt x="323" y="700"/>
                  </a:cubicBezTo>
                  <a:cubicBezTo>
                    <a:pt x="0" y="1261"/>
                    <a:pt x="37" y="1888"/>
                    <a:pt x="405" y="2100"/>
                  </a:cubicBezTo>
                  <a:cubicBezTo>
                    <a:pt x="489" y="2148"/>
                    <a:pt x="582" y="2171"/>
                    <a:pt x="681" y="2171"/>
                  </a:cubicBezTo>
                  <a:cubicBezTo>
                    <a:pt x="1016" y="2171"/>
                    <a:pt x="1408" y="1904"/>
                    <a:pt x="1659" y="1471"/>
                  </a:cubicBezTo>
                  <a:cubicBezTo>
                    <a:pt x="1982" y="911"/>
                    <a:pt x="1945" y="284"/>
                    <a:pt x="1576" y="72"/>
                  </a:cubicBezTo>
                  <a:cubicBezTo>
                    <a:pt x="1493" y="23"/>
                    <a:pt x="1399" y="0"/>
                    <a:pt x="1301" y="0"/>
                  </a:cubicBezTo>
                  <a:close/>
                </a:path>
              </a:pathLst>
            </a:custGeom>
            <a:solidFill>
              <a:srgbClr val="F4C4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4012925" y="846475"/>
              <a:ext cx="23875" cy="20575"/>
            </a:xfrm>
            <a:custGeom>
              <a:avLst/>
              <a:gdLst/>
              <a:ahLst/>
              <a:cxnLst/>
              <a:rect l="l" t="t" r="r" b="b"/>
              <a:pathLst>
                <a:path w="955" h="823" fill="none" extrusionOk="0">
                  <a:moveTo>
                    <a:pt x="955" y="1"/>
                  </a:moveTo>
                  <a:cubicBezTo>
                    <a:pt x="706" y="16"/>
                    <a:pt x="208" y="136"/>
                    <a:pt x="0" y="822"/>
                  </a:cubicBezTo>
                </a:path>
              </a:pathLst>
            </a:custGeom>
            <a:noFill/>
            <a:ln w="2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4"/>
            <p:cNvSpPr/>
            <p:nvPr/>
          </p:nvSpPr>
          <p:spPr>
            <a:xfrm>
              <a:off x="3832575" y="845100"/>
              <a:ext cx="172950" cy="126975"/>
            </a:xfrm>
            <a:custGeom>
              <a:avLst/>
              <a:gdLst/>
              <a:ahLst/>
              <a:cxnLst/>
              <a:rect l="l" t="t" r="r" b="b"/>
              <a:pathLst>
                <a:path w="6918" h="5079" extrusionOk="0">
                  <a:moveTo>
                    <a:pt x="6325" y="1"/>
                  </a:moveTo>
                  <a:cubicBezTo>
                    <a:pt x="6325" y="1"/>
                    <a:pt x="5836" y="2210"/>
                    <a:pt x="5005" y="2281"/>
                  </a:cubicBezTo>
                  <a:cubicBezTo>
                    <a:pt x="4968" y="2284"/>
                    <a:pt x="4931" y="2286"/>
                    <a:pt x="4895" y="2286"/>
                  </a:cubicBezTo>
                  <a:cubicBezTo>
                    <a:pt x="4771" y="2286"/>
                    <a:pt x="4658" y="2267"/>
                    <a:pt x="4549" y="2233"/>
                  </a:cubicBezTo>
                  <a:cubicBezTo>
                    <a:pt x="4673" y="2110"/>
                    <a:pt x="4676" y="1974"/>
                    <a:pt x="4676" y="1974"/>
                  </a:cubicBezTo>
                  <a:lnTo>
                    <a:pt x="4676" y="1974"/>
                  </a:lnTo>
                  <a:cubicBezTo>
                    <a:pt x="4624" y="1995"/>
                    <a:pt x="4570" y="2005"/>
                    <a:pt x="4516" y="2005"/>
                  </a:cubicBezTo>
                  <a:cubicBezTo>
                    <a:pt x="4272" y="2005"/>
                    <a:pt x="4012" y="1811"/>
                    <a:pt x="3716" y="1642"/>
                  </a:cubicBezTo>
                  <a:cubicBezTo>
                    <a:pt x="3462" y="1498"/>
                    <a:pt x="3019" y="1463"/>
                    <a:pt x="2780" y="1454"/>
                  </a:cubicBezTo>
                  <a:cubicBezTo>
                    <a:pt x="2774" y="1454"/>
                    <a:pt x="2768" y="1451"/>
                    <a:pt x="2762" y="1451"/>
                  </a:cubicBezTo>
                  <a:cubicBezTo>
                    <a:pt x="2762" y="1451"/>
                    <a:pt x="2687" y="1440"/>
                    <a:pt x="2582" y="1406"/>
                  </a:cubicBezTo>
                  <a:cubicBezTo>
                    <a:pt x="2402" y="1162"/>
                    <a:pt x="2161" y="1024"/>
                    <a:pt x="1968" y="951"/>
                  </a:cubicBezTo>
                  <a:cubicBezTo>
                    <a:pt x="1857" y="908"/>
                    <a:pt x="1760" y="886"/>
                    <a:pt x="1702" y="877"/>
                  </a:cubicBezTo>
                  <a:cubicBezTo>
                    <a:pt x="1539" y="853"/>
                    <a:pt x="1504" y="730"/>
                    <a:pt x="1504" y="730"/>
                  </a:cubicBezTo>
                  <a:cubicBezTo>
                    <a:pt x="1413" y="902"/>
                    <a:pt x="1433" y="1131"/>
                    <a:pt x="1433" y="1131"/>
                  </a:cubicBezTo>
                  <a:cubicBezTo>
                    <a:pt x="1436" y="1225"/>
                    <a:pt x="1455" y="1311"/>
                    <a:pt x="1485" y="1394"/>
                  </a:cubicBezTo>
                  <a:cubicBezTo>
                    <a:pt x="854" y="2063"/>
                    <a:pt x="1" y="3385"/>
                    <a:pt x="1532" y="4610"/>
                  </a:cubicBezTo>
                  <a:cubicBezTo>
                    <a:pt x="1941" y="4937"/>
                    <a:pt x="2452" y="5078"/>
                    <a:pt x="2987" y="5078"/>
                  </a:cubicBezTo>
                  <a:cubicBezTo>
                    <a:pt x="4280" y="5078"/>
                    <a:pt x="5717" y="4256"/>
                    <a:pt x="6215" y="3250"/>
                  </a:cubicBezTo>
                  <a:cubicBezTo>
                    <a:pt x="6918" y="1829"/>
                    <a:pt x="6835" y="225"/>
                    <a:pt x="6835" y="225"/>
                  </a:cubicBezTo>
                  <a:lnTo>
                    <a:pt x="63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4"/>
            <p:cNvSpPr/>
            <p:nvPr/>
          </p:nvSpPr>
          <p:spPr>
            <a:xfrm>
              <a:off x="3886400" y="837175"/>
              <a:ext cx="28700" cy="43575"/>
            </a:xfrm>
            <a:custGeom>
              <a:avLst/>
              <a:gdLst/>
              <a:ahLst/>
              <a:cxnLst/>
              <a:rect l="l" t="t" r="r" b="b"/>
              <a:pathLst>
                <a:path w="1148" h="1743" fill="none" extrusionOk="0">
                  <a:moveTo>
                    <a:pt x="1148" y="1"/>
                  </a:moveTo>
                  <a:cubicBezTo>
                    <a:pt x="1148" y="1"/>
                    <a:pt x="217" y="840"/>
                    <a:pt x="108" y="1194"/>
                  </a:cubicBezTo>
                  <a:cubicBezTo>
                    <a:pt x="0" y="1548"/>
                    <a:pt x="489" y="1743"/>
                    <a:pt x="489" y="1743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4"/>
            <p:cNvSpPr/>
            <p:nvPr/>
          </p:nvSpPr>
          <p:spPr>
            <a:xfrm>
              <a:off x="3891175" y="897025"/>
              <a:ext cx="21475" cy="10600"/>
            </a:xfrm>
            <a:custGeom>
              <a:avLst/>
              <a:gdLst/>
              <a:ahLst/>
              <a:cxnLst/>
              <a:rect l="l" t="t" r="r" b="b"/>
              <a:pathLst>
                <a:path w="859" h="424" fill="none" extrusionOk="0">
                  <a:moveTo>
                    <a:pt x="0" y="1"/>
                  </a:moveTo>
                  <a:cubicBezTo>
                    <a:pt x="0" y="1"/>
                    <a:pt x="350" y="423"/>
                    <a:pt x="859" y="2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4"/>
            <p:cNvSpPr/>
            <p:nvPr/>
          </p:nvSpPr>
          <p:spPr>
            <a:xfrm>
              <a:off x="3935650" y="836650"/>
              <a:ext cx="8425" cy="8450"/>
            </a:xfrm>
            <a:custGeom>
              <a:avLst/>
              <a:gdLst/>
              <a:ahLst/>
              <a:cxnLst/>
              <a:rect l="l" t="t" r="r" b="b"/>
              <a:pathLst>
                <a:path w="337" h="338" extrusionOk="0">
                  <a:moveTo>
                    <a:pt x="169" y="1"/>
                  </a:moveTo>
                  <a:cubicBezTo>
                    <a:pt x="76" y="1"/>
                    <a:pt x="0" y="76"/>
                    <a:pt x="0" y="170"/>
                  </a:cubicBezTo>
                  <a:cubicBezTo>
                    <a:pt x="0" y="263"/>
                    <a:pt x="76" y="337"/>
                    <a:pt x="169" y="337"/>
                  </a:cubicBezTo>
                  <a:cubicBezTo>
                    <a:pt x="261" y="337"/>
                    <a:pt x="337" y="263"/>
                    <a:pt x="337" y="170"/>
                  </a:cubicBezTo>
                  <a:cubicBezTo>
                    <a:pt x="337" y="76"/>
                    <a:pt x="261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3895500" y="826650"/>
              <a:ext cx="8475" cy="8475"/>
            </a:xfrm>
            <a:custGeom>
              <a:avLst/>
              <a:gdLst/>
              <a:ahLst/>
              <a:cxnLst/>
              <a:rect l="l" t="t" r="r" b="b"/>
              <a:pathLst>
                <a:path w="339" h="339" extrusionOk="0">
                  <a:moveTo>
                    <a:pt x="170" y="1"/>
                  </a:moveTo>
                  <a:cubicBezTo>
                    <a:pt x="76" y="1"/>
                    <a:pt x="1" y="76"/>
                    <a:pt x="1" y="170"/>
                  </a:cubicBezTo>
                  <a:cubicBezTo>
                    <a:pt x="1" y="263"/>
                    <a:pt x="76" y="339"/>
                    <a:pt x="170" y="339"/>
                  </a:cubicBezTo>
                  <a:cubicBezTo>
                    <a:pt x="263" y="339"/>
                    <a:pt x="339" y="263"/>
                    <a:pt x="339" y="170"/>
                  </a:cubicBezTo>
                  <a:cubicBezTo>
                    <a:pt x="339" y="76"/>
                    <a:pt x="263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3898350" y="809825"/>
              <a:ext cx="16725" cy="7525"/>
            </a:xfrm>
            <a:custGeom>
              <a:avLst/>
              <a:gdLst/>
              <a:ahLst/>
              <a:cxnLst/>
              <a:rect l="l" t="t" r="r" b="b"/>
              <a:pathLst>
                <a:path w="669" h="301" fill="none" extrusionOk="0">
                  <a:moveTo>
                    <a:pt x="1" y="133"/>
                  </a:moveTo>
                  <a:cubicBezTo>
                    <a:pt x="1" y="133"/>
                    <a:pt x="343" y="1"/>
                    <a:pt x="668" y="30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3932875" y="824050"/>
              <a:ext cx="20300" cy="10000"/>
            </a:xfrm>
            <a:custGeom>
              <a:avLst/>
              <a:gdLst/>
              <a:ahLst/>
              <a:cxnLst/>
              <a:rect l="l" t="t" r="r" b="b"/>
              <a:pathLst>
                <a:path w="812" h="400" fill="none" extrusionOk="0">
                  <a:moveTo>
                    <a:pt x="0" y="105"/>
                  </a:moveTo>
                  <a:cubicBezTo>
                    <a:pt x="0" y="105"/>
                    <a:pt x="506" y="1"/>
                    <a:pt x="811" y="40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4"/>
            <p:cNvSpPr/>
            <p:nvPr/>
          </p:nvSpPr>
          <p:spPr>
            <a:xfrm>
              <a:off x="3716050" y="680175"/>
              <a:ext cx="109625" cy="110275"/>
            </a:xfrm>
            <a:custGeom>
              <a:avLst/>
              <a:gdLst/>
              <a:ahLst/>
              <a:cxnLst/>
              <a:rect l="l" t="t" r="r" b="b"/>
              <a:pathLst>
                <a:path w="4385" h="4411" extrusionOk="0">
                  <a:moveTo>
                    <a:pt x="2232" y="1"/>
                  </a:moveTo>
                  <a:cubicBezTo>
                    <a:pt x="1995" y="1"/>
                    <a:pt x="1754" y="44"/>
                    <a:pt x="1520" y="134"/>
                  </a:cubicBezTo>
                  <a:cubicBezTo>
                    <a:pt x="505" y="527"/>
                    <a:pt x="1" y="1669"/>
                    <a:pt x="394" y="2684"/>
                  </a:cubicBezTo>
                  <a:cubicBezTo>
                    <a:pt x="696" y="3466"/>
                    <a:pt x="1441" y="3943"/>
                    <a:pt x="2232" y="3943"/>
                  </a:cubicBezTo>
                  <a:cubicBezTo>
                    <a:pt x="2395" y="3943"/>
                    <a:pt x="2559" y="3923"/>
                    <a:pt x="2723" y="3881"/>
                  </a:cubicBezTo>
                  <a:lnTo>
                    <a:pt x="3161" y="4355"/>
                  </a:lnTo>
                  <a:cubicBezTo>
                    <a:pt x="3197" y="4393"/>
                    <a:pt x="3242" y="4410"/>
                    <a:pt x="3286" y="4410"/>
                  </a:cubicBezTo>
                  <a:cubicBezTo>
                    <a:pt x="3373" y="4410"/>
                    <a:pt x="3456" y="4345"/>
                    <a:pt x="3459" y="4244"/>
                  </a:cubicBezTo>
                  <a:lnTo>
                    <a:pt x="3482" y="3498"/>
                  </a:lnTo>
                  <a:cubicBezTo>
                    <a:pt x="4122" y="2970"/>
                    <a:pt x="4384" y="2073"/>
                    <a:pt x="4070" y="1261"/>
                  </a:cubicBezTo>
                  <a:cubicBezTo>
                    <a:pt x="3768" y="479"/>
                    <a:pt x="3022" y="1"/>
                    <a:pt x="2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3744025" y="702225"/>
              <a:ext cx="55675" cy="55025"/>
            </a:xfrm>
            <a:custGeom>
              <a:avLst/>
              <a:gdLst/>
              <a:ahLst/>
              <a:cxnLst/>
              <a:rect l="l" t="t" r="r" b="b"/>
              <a:pathLst>
                <a:path w="2227" h="2201" extrusionOk="0">
                  <a:moveTo>
                    <a:pt x="523" y="1"/>
                  </a:moveTo>
                  <a:cubicBezTo>
                    <a:pt x="481" y="1"/>
                    <a:pt x="439" y="16"/>
                    <a:pt x="407" y="47"/>
                  </a:cubicBezTo>
                  <a:lnTo>
                    <a:pt x="69" y="372"/>
                  </a:lnTo>
                  <a:cubicBezTo>
                    <a:pt x="53" y="388"/>
                    <a:pt x="40" y="406"/>
                    <a:pt x="31" y="428"/>
                  </a:cubicBezTo>
                  <a:cubicBezTo>
                    <a:pt x="31" y="428"/>
                    <a:pt x="26" y="435"/>
                    <a:pt x="23" y="453"/>
                  </a:cubicBezTo>
                  <a:cubicBezTo>
                    <a:pt x="22" y="456"/>
                    <a:pt x="22" y="461"/>
                    <a:pt x="22" y="465"/>
                  </a:cubicBezTo>
                  <a:cubicBezTo>
                    <a:pt x="1" y="572"/>
                    <a:pt x="2" y="917"/>
                    <a:pt x="595" y="1558"/>
                  </a:cubicBezTo>
                  <a:cubicBezTo>
                    <a:pt x="1119" y="2122"/>
                    <a:pt x="1500" y="2201"/>
                    <a:pt x="1671" y="2201"/>
                  </a:cubicBezTo>
                  <a:cubicBezTo>
                    <a:pt x="1738" y="2201"/>
                    <a:pt x="1773" y="2189"/>
                    <a:pt x="1773" y="2189"/>
                  </a:cubicBezTo>
                  <a:lnTo>
                    <a:pt x="1820" y="2145"/>
                  </a:lnTo>
                  <a:lnTo>
                    <a:pt x="1936" y="2035"/>
                  </a:lnTo>
                  <a:lnTo>
                    <a:pt x="2158" y="1821"/>
                  </a:lnTo>
                  <a:cubicBezTo>
                    <a:pt x="2225" y="1756"/>
                    <a:pt x="2226" y="1649"/>
                    <a:pt x="2164" y="1583"/>
                  </a:cubicBezTo>
                  <a:lnTo>
                    <a:pt x="1801" y="1205"/>
                  </a:lnTo>
                  <a:cubicBezTo>
                    <a:pt x="1766" y="1168"/>
                    <a:pt x="1720" y="1150"/>
                    <a:pt x="1675" y="1150"/>
                  </a:cubicBezTo>
                  <a:cubicBezTo>
                    <a:pt x="1633" y="1150"/>
                    <a:pt x="1592" y="1165"/>
                    <a:pt x="1559" y="1196"/>
                  </a:cubicBezTo>
                  <a:lnTo>
                    <a:pt x="1337" y="1409"/>
                  </a:lnTo>
                  <a:cubicBezTo>
                    <a:pt x="1107" y="1285"/>
                    <a:pt x="922" y="1089"/>
                    <a:pt x="807" y="856"/>
                  </a:cubicBezTo>
                  <a:lnTo>
                    <a:pt x="1003" y="670"/>
                  </a:lnTo>
                  <a:cubicBezTo>
                    <a:pt x="1070" y="604"/>
                    <a:pt x="1071" y="498"/>
                    <a:pt x="1009" y="431"/>
                  </a:cubicBezTo>
                  <a:lnTo>
                    <a:pt x="646" y="53"/>
                  </a:lnTo>
                  <a:cubicBezTo>
                    <a:pt x="612" y="18"/>
                    <a:pt x="567" y="1"/>
                    <a:pt x="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418;p34"/>
          <p:cNvGrpSpPr/>
          <p:nvPr/>
        </p:nvGrpSpPr>
        <p:grpSpPr>
          <a:xfrm>
            <a:off x="5714264" y="337528"/>
            <a:ext cx="485454" cy="442220"/>
            <a:chOff x="1453550" y="959950"/>
            <a:chExt cx="167925" cy="152975"/>
          </a:xfrm>
        </p:grpSpPr>
        <p:sp>
          <p:nvSpPr>
            <p:cNvPr id="419" name="Google Shape;419;p34"/>
            <p:cNvSpPr/>
            <p:nvPr/>
          </p:nvSpPr>
          <p:spPr>
            <a:xfrm>
              <a:off x="1453550" y="959950"/>
              <a:ext cx="167925" cy="152975"/>
            </a:xfrm>
            <a:custGeom>
              <a:avLst/>
              <a:gdLst/>
              <a:ahLst/>
              <a:cxnLst/>
              <a:rect l="l" t="t" r="r" b="b"/>
              <a:pathLst>
                <a:path w="6717" h="6119" extrusionOk="0">
                  <a:moveTo>
                    <a:pt x="3359" y="0"/>
                  </a:moveTo>
                  <a:cubicBezTo>
                    <a:pt x="2576" y="0"/>
                    <a:pt x="1793" y="299"/>
                    <a:pt x="1195" y="896"/>
                  </a:cubicBezTo>
                  <a:cubicBezTo>
                    <a:pt x="1" y="2091"/>
                    <a:pt x="1" y="4027"/>
                    <a:pt x="1195" y="5222"/>
                  </a:cubicBezTo>
                  <a:cubicBezTo>
                    <a:pt x="1793" y="5820"/>
                    <a:pt x="2576" y="6118"/>
                    <a:pt x="3359" y="6118"/>
                  </a:cubicBezTo>
                  <a:cubicBezTo>
                    <a:pt x="4142" y="6118"/>
                    <a:pt x="4925" y="5820"/>
                    <a:pt x="5523" y="5222"/>
                  </a:cubicBezTo>
                  <a:cubicBezTo>
                    <a:pt x="6716" y="4027"/>
                    <a:pt x="6716" y="2091"/>
                    <a:pt x="5523" y="896"/>
                  </a:cubicBezTo>
                  <a:cubicBezTo>
                    <a:pt x="4925" y="299"/>
                    <a:pt x="4142" y="0"/>
                    <a:pt x="3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1495475" y="998925"/>
              <a:ext cx="84150" cy="80175"/>
            </a:xfrm>
            <a:custGeom>
              <a:avLst/>
              <a:gdLst/>
              <a:ahLst/>
              <a:cxnLst/>
              <a:rect l="l" t="t" r="r" b="b"/>
              <a:pathLst>
                <a:path w="3366" h="3207" extrusionOk="0">
                  <a:moveTo>
                    <a:pt x="909" y="0"/>
                  </a:moveTo>
                  <a:cubicBezTo>
                    <a:pt x="863" y="0"/>
                    <a:pt x="811" y="2"/>
                    <a:pt x="758" y="8"/>
                  </a:cubicBezTo>
                  <a:cubicBezTo>
                    <a:pt x="427" y="40"/>
                    <a:pt x="46" y="343"/>
                    <a:pt x="0" y="921"/>
                  </a:cubicBezTo>
                  <a:lnTo>
                    <a:pt x="0" y="1113"/>
                  </a:lnTo>
                  <a:cubicBezTo>
                    <a:pt x="42" y="1668"/>
                    <a:pt x="461" y="2351"/>
                    <a:pt x="1683" y="3207"/>
                  </a:cubicBezTo>
                  <a:cubicBezTo>
                    <a:pt x="2903" y="2350"/>
                    <a:pt x="3322" y="1668"/>
                    <a:pt x="3365" y="1113"/>
                  </a:cubicBezTo>
                  <a:lnTo>
                    <a:pt x="3365" y="921"/>
                  </a:lnTo>
                  <a:cubicBezTo>
                    <a:pt x="3318" y="341"/>
                    <a:pt x="2937" y="39"/>
                    <a:pt x="2606" y="8"/>
                  </a:cubicBezTo>
                  <a:cubicBezTo>
                    <a:pt x="2553" y="2"/>
                    <a:pt x="2503" y="0"/>
                    <a:pt x="2455" y="0"/>
                  </a:cubicBezTo>
                  <a:cubicBezTo>
                    <a:pt x="2076" y="0"/>
                    <a:pt x="1892" y="165"/>
                    <a:pt x="1683" y="412"/>
                  </a:cubicBezTo>
                  <a:cubicBezTo>
                    <a:pt x="1472" y="165"/>
                    <a:pt x="1291" y="0"/>
                    <a:pt x="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" name="Google Shape;421;p34"/>
          <p:cNvSpPr/>
          <p:nvPr/>
        </p:nvSpPr>
        <p:spPr>
          <a:xfrm rot="-1149681">
            <a:off x="2406642" y="718673"/>
            <a:ext cx="398745" cy="347169"/>
          </a:xfrm>
          <a:custGeom>
            <a:avLst/>
            <a:gdLst/>
            <a:ahLst/>
            <a:cxnLst/>
            <a:rect l="l" t="t" r="r" b="b"/>
            <a:pathLst>
              <a:path w="6958" h="6058" extrusionOk="0">
                <a:moveTo>
                  <a:pt x="3903" y="1"/>
                </a:moveTo>
                <a:cubicBezTo>
                  <a:pt x="3640" y="1"/>
                  <a:pt x="3429" y="195"/>
                  <a:pt x="3429" y="435"/>
                </a:cubicBezTo>
                <a:lnTo>
                  <a:pt x="3429" y="898"/>
                </a:lnTo>
                <a:cubicBezTo>
                  <a:pt x="3304" y="2429"/>
                  <a:pt x="2141" y="2828"/>
                  <a:pt x="2141" y="2828"/>
                </a:cubicBezTo>
                <a:lnTo>
                  <a:pt x="2141" y="2396"/>
                </a:lnTo>
                <a:lnTo>
                  <a:pt x="0" y="2396"/>
                </a:lnTo>
                <a:lnTo>
                  <a:pt x="0" y="6058"/>
                </a:lnTo>
                <a:lnTo>
                  <a:pt x="2141" y="6058"/>
                </a:lnTo>
                <a:lnTo>
                  <a:pt x="2141" y="5594"/>
                </a:lnTo>
                <a:cubicBezTo>
                  <a:pt x="2141" y="5594"/>
                  <a:pt x="2633" y="5935"/>
                  <a:pt x="4016" y="5954"/>
                </a:cubicBezTo>
                <a:cubicBezTo>
                  <a:pt x="4083" y="5985"/>
                  <a:pt x="4155" y="6006"/>
                  <a:pt x="4233" y="6006"/>
                </a:cubicBezTo>
                <a:lnTo>
                  <a:pt x="5862" y="6006"/>
                </a:lnTo>
                <a:cubicBezTo>
                  <a:pt x="6136" y="6006"/>
                  <a:pt x="6358" y="5782"/>
                  <a:pt x="6358" y="5508"/>
                </a:cubicBezTo>
                <a:cubicBezTo>
                  <a:pt x="6358" y="5335"/>
                  <a:pt x="6269" y="5183"/>
                  <a:pt x="6136" y="5094"/>
                </a:cubicBezTo>
                <a:cubicBezTo>
                  <a:pt x="6375" y="5057"/>
                  <a:pt x="6558" y="4853"/>
                  <a:pt x="6558" y="4605"/>
                </a:cubicBezTo>
                <a:cubicBezTo>
                  <a:pt x="6558" y="4433"/>
                  <a:pt x="6470" y="4281"/>
                  <a:pt x="6336" y="4192"/>
                </a:cubicBezTo>
                <a:cubicBezTo>
                  <a:pt x="6575" y="4154"/>
                  <a:pt x="6759" y="3951"/>
                  <a:pt x="6759" y="3702"/>
                </a:cubicBezTo>
                <a:cubicBezTo>
                  <a:pt x="6759" y="3530"/>
                  <a:pt x="6670" y="3378"/>
                  <a:pt x="6536" y="3287"/>
                </a:cubicBezTo>
                <a:cubicBezTo>
                  <a:pt x="6772" y="3252"/>
                  <a:pt x="6957" y="3049"/>
                  <a:pt x="6957" y="2800"/>
                </a:cubicBezTo>
                <a:cubicBezTo>
                  <a:pt x="6957" y="2525"/>
                  <a:pt x="6735" y="2301"/>
                  <a:pt x="6461" y="2301"/>
                </a:cubicBezTo>
                <a:lnTo>
                  <a:pt x="4831" y="2301"/>
                </a:lnTo>
                <a:cubicBezTo>
                  <a:pt x="4756" y="2301"/>
                  <a:pt x="4683" y="2321"/>
                  <a:pt x="4618" y="2352"/>
                </a:cubicBezTo>
                <a:lnTo>
                  <a:pt x="4284" y="2352"/>
                </a:lnTo>
                <a:cubicBezTo>
                  <a:pt x="4514" y="1683"/>
                  <a:pt x="4379" y="435"/>
                  <a:pt x="4379" y="435"/>
                </a:cubicBezTo>
                <a:cubicBezTo>
                  <a:pt x="4379" y="195"/>
                  <a:pt x="4166" y="1"/>
                  <a:pt x="39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2" name="Google Shape;422;p34"/>
          <p:cNvGrpSpPr/>
          <p:nvPr/>
        </p:nvGrpSpPr>
        <p:grpSpPr>
          <a:xfrm>
            <a:off x="2077373" y="3746973"/>
            <a:ext cx="869324" cy="909386"/>
            <a:chOff x="2077373" y="3746973"/>
            <a:chExt cx="869324" cy="909386"/>
          </a:xfrm>
        </p:grpSpPr>
        <p:sp>
          <p:nvSpPr>
            <p:cNvPr id="423" name="Google Shape;423;p34"/>
            <p:cNvSpPr/>
            <p:nvPr/>
          </p:nvSpPr>
          <p:spPr>
            <a:xfrm>
              <a:off x="2077373" y="3746973"/>
              <a:ext cx="144969" cy="144901"/>
            </a:xfrm>
            <a:custGeom>
              <a:avLst/>
              <a:gdLst/>
              <a:ahLst/>
              <a:cxnLst/>
              <a:rect l="l" t="t" r="r" b="b"/>
              <a:pathLst>
                <a:path w="3762" h="3760" extrusionOk="0">
                  <a:moveTo>
                    <a:pt x="1884" y="0"/>
                  </a:moveTo>
                  <a:cubicBezTo>
                    <a:pt x="1883" y="0"/>
                    <a:pt x="1882" y="0"/>
                    <a:pt x="1881" y="0"/>
                  </a:cubicBezTo>
                  <a:cubicBezTo>
                    <a:pt x="842" y="0"/>
                    <a:pt x="0" y="842"/>
                    <a:pt x="0" y="1880"/>
                  </a:cubicBezTo>
                  <a:cubicBezTo>
                    <a:pt x="0" y="2919"/>
                    <a:pt x="844" y="3760"/>
                    <a:pt x="1881" y="3760"/>
                  </a:cubicBezTo>
                  <a:cubicBezTo>
                    <a:pt x="2919" y="3760"/>
                    <a:pt x="3761" y="2918"/>
                    <a:pt x="3761" y="1880"/>
                  </a:cubicBezTo>
                  <a:cubicBezTo>
                    <a:pt x="3761" y="843"/>
                    <a:pt x="2920" y="0"/>
                    <a:pt x="18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" name="Google Shape;424;p34"/>
            <p:cNvGrpSpPr/>
            <p:nvPr/>
          </p:nvGrpSpPr>
          <p:grpSpPr>
            <a:xfrm>
              <a:off x="2387553" y="4097261"/>
              <a:ext cx="559144" cy="559098"/>
              <a:chOff x="1252775" y="959150"/>
              <a:chExt cx="154575" cy="154575"/>
            </a:xfrm>
          </p:grpSpPr>
          <p:sp>
            <p:nvSpPr>
              <p:cNvPr id="425" name="Google Shape;425;p34"/>
              <p:cNvSpPr/>
              <p:nvPr/>
            </p:nvSpPr>
            <p:spPr>
              <a:xfrm>
                <a:off x="1252775" y="959150"/>
                <a:ext cx="154575" cy="154575"/>
              </a:xfrm>
              <a:custGeom>
                <a:avLst/>
                <a:gdLst/>
                <a:ahLst/>
                <a:cxnLst/>
                <a:rect l="l" t="t" r="r" b="b"/>
                <a:pathLst>
                  <a:path w="6183" h="6183" extrusionOk="0">
                    <a:moveTo>
                      <a:pt x="3092" y="0"/>
                    </a:moveTo>
                    <a:cubicBezTo>
                      <a:pt x="1386" y="0"/>
                      <a:pt x="1" y="1385"/>
                      <a:pt x="1" y="3091"/>
                    </a:cubicBezTo>
                    <a:cubicBezTo>
                      <a:pt x="1" y="4798"/>
                      <a:pt x="1386" y="6182"/>
                      <a:pt x="3092" y="6182"/>
                    </a:cubicBezTo>
                    <a:cubicBezTo>
                      <a:pt x="4798" y="6182"/>
                      <a:pt x="6183" y="4798"/>
                      <a:pt x="6183" y="3091"/>
                    </a:cubicBezTo>
                    <a:cubicBezTo>
                      <a:pt x="6183" y="1385"/>
                      <a:pt x="4798" y="0"/>
                      <a:pt x="30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4"/>
              <p:cNvSpPr/>
              <p:nvPr/>
            </p:nvSpPr>
            <p:spPr>
              <a:xfrm>
                <a:off x="1281950" y="1000925"/>
                <a:ext cx="30900" cy="29375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1175" extrusionOk="0">
                    <a:moveTo>
                      <a:pt x="159" y="1"/>
                    </a:moveTo>
                    <a:cubicBezTo>
                      <a:pt x="110" y="1"/>
                      <a:pt x="63" y="26"/>
                      <a:pt x="38" y="73"/>
                    </a:cubicBezTo>
                    <a:cubicBezTo>
                      <a:pt x="1" y="143"/>
                      <a:pt x="27" y="226"/>
                      <a:pt x="94" y="263"/>
                    </a:cubicBezTo>
                    <a:lnTo>
                      <a:pt x="770" y="627"/>
                    </a:lnTo>
                    <a:lnTo>
                      <a:pt x="107" y="907"/>
                    </a:lnTo>
                    <a:cubicBezTo>
                      <a:pt x="36" y="937"/>
                      <a:pt x="4" y="1019"/>
                      <a:pt x="33" y="1088"/>
                    </a:cubicBezTo>
                    <a:cubicBezTo>
                      <a:pt x="56" y="1143"/>
                      <a:pt x="107" y="1174"/>
                      <a:pt x="161" y="1174"/>
                    </a:cubicBezTo>
                    <a:cubicBezTo>
                      <a:pt x="177" y="1174"/>
                      <a:pt x="196" y="1170"/>
                      <a:pt x="214" y="1162"/>
                    </a:cubicBezTo>
                    <a:lnTo>
                      <a:pt x="1147" y="773"/>
                    </a:lnTo>
                    <a:cubicBezTo>
                      <a:pt x="1197" y="752"/>
                      <a:pt x="1230" y="706"/>
                      <a:pt x="1231" y="651"/>
                    </a:cubicBezTo>
                    <a:cubicBezTo>
                      <a:pt x="1236" y="598"/>
                      <a:pt x="1206" y="547"/>
                      <a:pt x="1160" y="522"/>
                    </a:cubicBezTo>
                    <a:lnTo>
                      <a:pt x="228" y="18"/>
                    </a:lnTo>
                    <a:cubicBezTo>
                      <a:pt x="206" y="6"/>
                      <a:pt x="182" y="1"/>
                      <a:pt x="1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4"/>
              <p:cNvSpPr/>
              <p:nvPr/>
            </p:nvSpPr>
            <p:spPr>
              <a:xfrm>
                <a:off x="1347325" y="1000925"/>
                <a:ext cx="30875" cy="2937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175" extrusionOk="0">
                    <a:moveTo>
                      <a:pt x="1074" y="1"/>
                    </a:moveTo>
                    <a:cubicBezTo>
                      <a:pt x="1052" y="1"/>
                      <a:pt x="1029" y="6"/>
                      <a:pt x="1007" y="18"/>
                    </a:cubicBezTo>
                    <a:lnTo>
                      <a:pt x="75" y="522"/>
                    </a:lnTo>
                    <a:cubicBezTo>
                      <a:pt x="29" y="547"/>
                      <a:pt x="1" y="598"/>
                      <a:pt x="4" y="651"/>
                    </a:cubicBezTo>
                    <a:cubicBezTo>
                      <a:pt x="7" y="703"/>
                      <a:pt x="38" y="752"/>
                      <a:pt x="88" y="773"/>
                    </a:cubicBezTo>
                    <a:lnTo>
                      <a:pt x="1021" y="1162"/>
                    </a:lnTo>
                    <a:cubicBezTo>
                      <a:pt x="1037" y="1170"/>
                      <a:pt x="1056" y="1174"/>
                      <a:pt x="1074" y="1174"/>
                    </a:cubicBezTo>
                    <a:cubicBezTo>
                      <a:pt x="1127" y="1174"/>
                      <a:pt x="1179" y="1143"/>
                      <a:pt x="1202" y="1088"/>
                    </a:cubicBezTo>
                    <a:cubicBezTo>
                      <a:pt x="1231" y="1019"/>
                      <a:pt x="1199" y="937"/>
                      <a:pt x="1127" y="907"/>
                    </a:cubicBezTo>
                    <a:lnTo>
                      <a:pt x="465" y="627"/>
                    </a:lnTo>
                    <a:lnTo>
                      <a:pt x="1141" y="263"/>
                    </a:lnTo>
                    <a:cubicBezTo>
                      <a:pt x="1207" y="226"/>
                      <a:pt x="1234" y="140"/>
                      <a:pt x="1197" y="73"/>
                    </a:cubicBezTo>
                    <a:cubicBezTo>
                      <a:pt x="1172" y="27"/>
                      <a:pt x="1124" y="1"/>
                      <a:pt x="10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4"/>
              <p:cNvSpPr/>
              <p:nvPr/>
            </p:nvSpPr>
            <p:spPr>
              <a:xfrm>
                <a:off x="1280725" y="1044625"/>
                <a:ext cx="98625" cy="49300"/>
              </a:xfrm>
              <a:custGeom>
                <a:avLst/>
                <a:gdLst/>
                <a:ahLst/>
                <a:cxnLst/>
                <a:rect l="l" t="t" r="r" b="b"/>
                <a:pathLst>
                  <a:path w="3945" h="1972" extrusionOk="0">
                    <a:moveTo>
                      <a:pt x="1" y="0"/>
                    </a:moveTo>
                    <a:cubicBezTo>
                      <a:pt x="1" y="1090"/>
                      <a:pt x="883" y="1972"/>
                      <a:pt x="1972" y="1972"/>
                    </a:cubicBezTo>
                    <a:cubicBezTo>
                      <a:pt x="3062" y="1972"/>
                      <a:pt x="3944" y="1090"/>
                      <a:pt x="39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4"/>
              <p:cNvSpPr/>
              <p:nvPr/>
            </p:nvSpPr>
            <p:spPr>
              <a:xfrm>
                <a:off x="1291100" y="1055800"/>
                <a:ext cx="778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524" extrusionOk="0">
                    <a:moveTo>
                      <a:pt x="1557" y="1"/>
                    </a:moveTo>
                    <a:cubicBezTo>
                      <a:pt x="923" y="1"/>
                      <a:pt x="363" y="299"/>
                      <a:pt x="1" y="761"/>
                    </a:cubicBezTo>
                    <a:cubicBezTo>
                      <a:pt x="363" y="1225"/>
                      <a:pt x="923" y="1523"/>
                      <a:pt x="1557" y="1523"/>
                    </a:cubicBezTo>
                    <a:cubicBezTo>
                      <a:pt x="2190" y="1523"/>
                      <a:pt x="2752" y="1225"/>
                      <a:pt x="3114" y="761"/>
                    </a:cubicBezTo>
                    <a:cubicBezTo>
                      <a:pt x="2754" y="300"/>
                      <a:pt x="2190" y="1"/>
                      <a:pt x="1557" y="1"/>
                    </a:cubicBezTo>
                    <a:close/>
                  </a:path>
                </a:pathLst>
              </a:custGeom>
              <a:solidFill>
                <a:srgbClr val="FF9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4"/>
              <p:cNvSpPr/>
              <p:nvPr/>
            </p:nvSpPr>
            <p:spPr>
              <a:xfrm>
                <a:off x="1291100" y="1055800"/>
                <a:ext cx="778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524" extrusionOk="0">
                    <a:moveTo>
                      <a:pt x="1557" y="1"/>
                    </a:moveTo>
                    <a:cubicBezTo>
                      <a:pt x="923" y="1"/>
                      <a:pt x="363" y="299"/>
                      <a:pt x="1" y="761"/>
                    </a:cubicBezTo>
                    <a:cubicBezTo>
                      <a:pt x="363" y="1225"/>
                      <a:pt x="923" y="1523"/>
                      <a:pt x="1557" y="1523"/>
                    </a:cubicBezTo>
                    <a:cubicBezTo>
                      <a:pt x="2190" y="1523"/>
                      <a:pt x="2752" y="1225"/>
                      <a:pt x="3114" y="761"/>
                    </a:cubicBezTo>
                    <a:cubicBezTo>
                      <a:pt x="2754" y="300"/>
                      <a:pt x="2190" y="1"/>
                      <a:pt x="15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1" name="Google Shape;431;p34">
            <a:hlinkClick r:id="" action="ppaction://hlinkshowjump?jump=nextslide"/>
          </p:cNvPr>
          <p:cNvSpPr/>
          <p:nvPr/>
        </p:nvSpPr>
        <p:spPr>
          <a:xfrm>
            <a:off x="4290763" y="3482838"/>
            <a:ext cx="559200" cy="559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4">
            <a:hlinkClick r:id="" action="ppaction://hlinkshowjump?jump=nextslide"/>
          </p:cNvPr>
          <p:cNvSpPr/>
          <p:nvPr/>
        </p:nvSpPr>
        <p:spPr>
          <a:xfrm>
            <a:off x="4438306" y="3664173"/>
            <a:ext cx="276000" cy="1965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4"/>
          <p:cNvSpPr txBox="1">
            <a:spLocks noGrp="1"/>
          </p:cNvSpPr>
          <p:nvPr>
            <p:ph type="ctrTitle"/>
          </p:nvPr>
        </p:nvSpPr>
        <p:spPr>
          <a:xfrm>
            <a:off x="1756681" y="1660662"/>
            <a:ext cx="5915250" cy="15012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400" dirty="0" err="1"/>
              <a:t>Adictia</a:t>
            </a:r>
            <a:r>
              <a:rPr lang="en-US" sz="4400" dirty="0"/>
              <a:t> fata de Smartphone</a:t>
            </a:r>
            <a:endParaRPr sz="4400" dirty="0">
              <a:solidFill>
                <a:schemeClr val="dk1"/>
              </a:solidFill>
            </a:endParaRPr>
          </a:p>
        </p:txBody>
      </p:sp>
      <p:sp>
        <p:nvSpPr>
          <p:cNvPr id="434" name="Google Shape;434;p34"/>
          <p:cNvSpPr txBox="1">
            <a:spLocks noGrp="1"/>
          </p:cNvSpPr>
          <p:nvPr>
            <p:ph type="subTitle" idx="1"/>
          </p:nvPr>
        </p:nvSpPr>
        <p:spPr>
          <a:xfrm>
            <a:off x="2011456" y="4275901"/>
            <a:ext cx="4853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naheim" panose="020B0604020202020204" charset="0"/>
              </a:rPr>
              <a:t>Homorodan Laura Cristina</a:t>
            </a:r>
          </a:p>
        </p:txBody>
      </p:sp>
      <p:grpSp>
        <p:nvGrpSpPr>
          <p:cNvPr id="435" name="Google Shape;435;p34"/>
          <p:cNvGrpSpPr/>
          <p:nvPr/>
        </p:nvGrpSpPr>
        <p:grpSpPr>
          <a:xfrm>
            <a:off x="-517113" y="815222"/>
            <a:ext cx="2656818" cy="6108807"/>
            <a:chOff x="150425" y="2599939"/>
            <a:chExt cx="924207" cy="2125024"/>
          </a:xfrm>
        </p:grpSpPr>
        <p:sp>
          <p:nvSpPr>
            <p:cNvPr id="436" name="Google Shape;436;p34"/>
            <p:cNvSpPr/>
            <p:nvPr/>
          </p:nvSpPr>
          <p:spPr>
            <a:xfrm>
              <a:off x="150425" y="2599939"/>
              <a:ext cx="707505" cy="554414"/>
            </a:xfrm>
            <a:custGeom>
              <a:avLst/>
              <a:gdLst/>
              <a:ahLst/>
              <a:cxnLst/>
              <a:rect l="l" t="t" r="r" b="b"/>
              <a:pathLst>
                <a:path w="18532" h="14522" extrusionOk="0">
                  <a:moveTo>
                    <a:pt x="12559" y="1"/>
                  </a:moveTo>
                  <a:cubicBezTo>
                    <a:pt x="11915" y="1"/>
                    <a:pt x="10706" y="307"/>
                    <a:pt x="10367" y="2520"/>
                  </a:cubicBezTo>
                  <a:cubicBezTo>
                    <a:pt x="9899" y="5581"/>
                    <a:pt x="8952" y="4567"/>
                    <a:pt x="6904" y="5064"/>
                  </a:cubicBezTo>
                  <a:cubicBezTo>
                    <a:pt x="3644" y="5855"/>
                    <a:pt x="1" y="7457"/>
                    <a:pt x="82" y="11090"/>
                  </a:cubicBezTo>
                  <a:lnTo>
                    <a:pt x="1060" y="11625"/>
                  </a:lnTo>
                  <a:cubicBezTo>
                    <a:pt x="1267" y="11010"/>
                    <a:pt x="1656" y="10215"/>
                    <a:pt x="2374" y="9720"/>
                  </a:cubicBezTo>
                  <a:lnTo>
                    <a:pt x="2374" y="9720"/>
                  </a:lnTo>
                  <a:cubicBezTo>
                    <a:pt x="2374" y="9720"/>
                    <a:pt x="2103" y="10943"/>
                    <a:pt x="2097" y="12193"/>
                  </a:cubicBezTo>
                  <a:lnTo>
                    <a:pt x="6351" y="14522"/>
                  </a:lnTo>
                  <a:cubicBezTo>
                    <a:pt x="6351" y="14522"/>
                    <a:pt x="6996" y="11011"/>
                    <a:pt x="9978" y="11011"/>
                  </a:cubicBezTo>
                  <a:cubicBezTo>
                    <a:pt x="10086" y="11011"/>
                    <a:pt x="10196" y="11015"/>
                    <a:pt x="10310" y="11025"/>
                  </a:cubicBezTo>
                  <a:cubicBezTo>
                    <a:pt x="10455" y="11037"/>
                    <a:pt x="10598" y="11043"/>
                    <a:pt x="10737" y="11043"/>
                  </a:cubicBezTo>
                  <a:cubicBezTo>
                    <a:pt x="12186" y="11043"/>
                    <a:pt x="13283" y="10395"/>
                    <a:pt x="14048" y="9412"/>
                  </a:cubicBezTo>
                  <a:cubicBezTo>
                    <a:pt x="18531" y="7600"/>
                    <a:pt x="15599" y="5472"/>
                    <a:pt x="16234" y="4692"/>
                  </a:cubicBezTo>
                  <a:cubicBezTo>
                    <a:pt x="17912" y="2628"/>
                    <a:pt x="17900" y="1116"/>
                    <a:pt x="16914" y="427"/>
                  </a:cubicBezTo>
                  <a:cubicBezTo>
                    <a:pt x="16515" y="147"/>
                    <a:pt x="16050" y="50"/>
                    <a:pt x="15597" y="50"/>
                  </a:cubicBezTo>
                  <a:cubicBezTo>
                    <a:pt x="14871" y="50"/>
                    <a:pt x="14174" y="300"/>
                    <a:pt x="13825" y="447"/>
                  </a:cubicBezTo>
                  <a:cubicBezTo>
                    <a:pt x="13358" y="106"/>
                    <a:pt x="12971" y="46"/>
                    <a:pt x="12971" y="46"/>
                  </a:cubicBezTo>
                  <a:cubicBezTo>
                    <a:pt x="12971" y="46"/>
                    <a:pt x="12807" y="1"/>
                    <a:pt x="12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339025" y="3706567"/>
              <a:ext cx="622866" cy="258614"/>
            </a:xfrm>
            <a:custGeom>
              <a:avLst/>
              <a:gdLst/>
              <a:ahLst/>
              <a:cxnLst/>
              <a:rect l="l" t="t" r="r" b="b"/>
              <a:pathLst>
                <a:path w="16315" h="6774" extrusionOk="0">
                  <a:moveTo>
                    <a:pt x="14307" y="1"/>
                  </a:moveTo>
                  <a:cubicBezTo>
                    <a:pt x="6001" y="1"/>
                    <a:pt x="0" y="5260"/>
                    <a:pt x="0" y="5260"/>
                  </a:cubicBezTo>
                  <a:cubicBezTo>
                    <a:pt x="322" y="6342"/>
                    <a:pt x="1183" y="6773"/>
                    <a:pt x="2353" y="6773"/>
                  </a:cubicBezTo>
                  <a:cubicBezTo>
                    <a:pt x="6953" y="6773"/>
                    <a:pt x="16315" y="104"/>
                    <a:pt x="16315" y="104"/>
                  </a:cubicBezTo>
                  <a:cubicBezTo>
                    <a:pt x="15632" y="34"/>
                    <a:pt x="14962" y="1"/>
                    <a:pt x="143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547286" y="3478492"/>
              <a:ext cx="527346" cy="991890"/>
            </a:xfrm>
            <a:custGeom>
              <a:avLst/>
              <a:gdLst/>
              <a:ahLst/>
              <a:cxnLst/>
              <a:rect l="l" t="t" r="r" b="b"/>
              <a:pathLst>
                <a:path w="13813" h="25981" extrusionOk="0">
                  <a:moveTo>
                    <a:pt x="7640" y="1"/>
                  </a:moveTo>
                  <a:cubicBezTo>
                    <a:pt x="5141" y="1"/>
                    <a:pt x="1" y="3828"/>
                    <a:pt x="1" y="3828"/>
                  </a:cubicBezTo>
                  <a:lnTo>
                    <a:pt x="8784" y="15184"/>
                  </a:lnTo>
                  <a:cubicBezTo>
                    <a:pt x="8784" y="15184"/>
                    <a:pt x="6984" y="16485"/>
                    <a:pt x="5764" y="18887"/>
                  </a:cubicBezTo>
                  <a:cubicBezTo>
                    <a:pt x="4546" y="21287"/>
                    <a:pt x="2494" y="23622"/>
                    <a:pt x="2494" y="23622"/>
                  </a:cubicBezTo>
                  <a:lnTo>
                    <a:pt x="4420" y="25980"/>
                  </a:lnTo>
                  <a:cubicBezTo>
                    <a:pt x="4420" y="25980"/>
                    <a:pt x="13798" y="16633"/>
                    <a:pt x="13805" y="15178"/>
                  </a:cubicBezTo>
                  <a:cubicBezTo>
                    <a:pt x="13813" y="13541"/>
                    <a:pt x="7748" y="3"/>
                    <a:pt x="7748" y="3"/>
                  </a:cubicBezTo>
                  <a:cubicBezTo>
                    <a:pt x="7712" y="1"/>
                    <a:pt x="7676" y="1"/>
                    <a:pt x="7640" y="1"/>
                  </a:cubicBezTo>
                  <a:close/>
                </a:path>
              </a:pathLst>
            </a:custGeom>
            <a:solidFill>
              <a:srgbClr val="ED70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519683" y="4380295"/>
              <a:ext cx="288431" cy="344514"/>
            </a:xfrm>
            <a:custGeom>
              <a:avLst/>
              <a:gdLst/>
              <a:ahLst/>
              <a:cxnLst/>
              <a:rect l="l" t="t" r="r" b="b"/>
              <a:pathLst>
                <a:path w="7555" h="9024" extrusionOk="0">
                  <a:moveTo>
                    <a:pt x="3217" y="1"/>
                  </a:moveTo>
                  <a:lnTo>
                    <a:pt x="0" y="2319"/>
                  </a:lnTo>
                  <a:lnTo>
                    <a:pt x="732" y="3179"/>
                  </a:lnTo>
                  <a:cubicBezTo>
                    <a:pt x="1143" y="3055"/>
                    <a:pt x="1465" y="3026"/>
                    <a:pt x="1678" y="3026"/>
                  </a:cubicBezTo>
                  <a:cubicBezTo>
                    <a:pt x="1872" y="3026"/>
                    <a:pt x="1976" y="3050"/>
                    <a:pt x="1976" y="3050"/>
                  </a:cubicBezTo>
                  <a:lnTo>
                    <a:pt x="2440" y="5188"/>
                  </a:lnTo>
                  <a:lnTo>
                    <a:pt x="5702" y="9023"/>
                  </a:lnTo>
                  <a:cubicBezTo>
                    <a:pt x="5702" y="9023"/>
                    <a:pt x="7272" y="8295"/>
                    <a:pt x="6317" y="6916"/>
                  </a:cubicBezTo>
                  <a:cubicBezTo>
                    <a:pt x="5671" y="5984"/>
                    <a:pt x="5545" y="4171"/>
                    <a:pt x="6308" y="3390"/>
                  </a:cubicBezTo>
                  <a:cubicBezTo>
                    <a:pt x="6768" y="2920"/>
                    <a:pt x="7555" y="2355"/>
                    <a:pt x="7555" y="2355"/>
                  </a:cubicBezTo>
                  <a:lnTo>
                    <a:pt x="5402" y="250"/>
                  </a:lnTo>
                  <a:lnTo>
                    <a:pt x="4534" y="1371"/>
                  </a:lnTo>
                  <a:lnTo>
                    <a:pt x="32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708588" y="4495440"/>
              <a:ext cx="66162" cy="90710"/>
            </a:xfrm>
            <a:custGeom>
              <a:avLst/>
              <a:gdLst/>
              <a:ahLst/>
              <a:cxnLst/>
              <a:rect l="l" t="t" r="r" b="b"/>
              <a:pathLst>
                <a:path w="1733" h="2376" fill="none" extrusionOk="0">
                  <a:moveTo>
                    <a:pt x="1" y="0"/>
                  </a:moveTo>
                  <a:lnTo>
                    <a:pt x="1732" y="1059"/>
                  </a:lnTo>
                  <a:lnTo>
                    <a:pt x="70" y="1204"/>
                  </a:lnTo>
                  <a:lnTo>
                    <a:pt x="1424" y="2371"/>
                  </a:lnTo>
                  <a:lnTo>
                    <a:pt x="15" y="2375"/>
                  </a:ln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558510" y="4440807"/>
              <a:ext cx="196805" cy="273389"/>
            </a:xfrm>
            <a:custGeom>
              <a:avLst/>
              <a:gdLst/>
              <a:ahLst/>
              <a:cxnLst/>
              <a:rect l="l" t="t" r="r" b="b"/>
              <a:pathLst>
                <a:path w="5155" h="7161" fill="none" extrusionOk="0">
                  <a:moveTo>
                    <a:pt x="0" y="1"/>
                  </a:moveTo>
                  <a:lnTo>
                    <a:pt x="2242" y="2405"/>
                  </a:lnTo>
                  <a:cubicBezTo>
                    <a:pt x="2242" y="2405"/>
                    <a:pt x="1991" y="3213"/>
                    <a:pt x="2326" y="3836"/>
                  </a:cubicBezTo>
                  <a:cubicBezTo>
                    <a:pt x="2660" y="4458"/>
                    <a:pt x="5155" y="7161"/>
                    <a:pt x="5155" y="7161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459629" y="3496970"/>
              <a:ext cx="307749" cy="1076987"/>
            </a:xfrm>
            <a:custGeom>
              <a:avLst/>
              <a:gdLst/>
              <a:ahLst/>
              <a:cxnLst/>
              <a:rect l="l" t="t" r="r" b="b"/>
              <a:pathLst>
                <a:path w="8061" h="28210" extrusionOk="0">
                  <a:moveTo>
                    <a:pt x="1229" y="1"/>
                  </a:moveTo>
                  <a:lnTo>
                    <a:pt x="1229" y="2"/>
                  </a:lnTo>
                  <a:lnTo>
                    <a:pt x="1229" y="2"/>
                  </a:lnTo>
                  <a:cubicBezTo>
                    <a:pt x="1229" y="1"/>
                    <a:pt x="1229" y="1"/>
                    <a:pt x="1229" y="1"/>
                  </a:cubicBezTo>
                  <a:close/>
                  <a:moveTo>
                    <a:pt x="1229" y="2"/>
                  </a:moveTo>
                  <a:cubicBezTo>
                    <a:pt x="1235" y="124"/>
                    <a:pt x="1582" y="7651"/>
                    <a:pt x="793" y="10249"/>
                  </a:cubicBezTo>
                  <a:cubicBezTo>
                    <a:pt x="0" y="12869"/>
                    <a:pt x="570" y="28209"/>
                    <a:pt x="570" y="28209"/>
                  </a:cubicBezTo>
                  <a:lnTo>
                    <a:pt x="3331" y="28080"/>
                  </a:lnTo>
                  <a:cubicBezTo>
                    <a:pt x="3331" y="28080"/>
                    <a:pt x="6089" y="14723"/>
                    <a:pt x="6428" y="11342"/>
                  </a:cubicBezTo>
                  <a:cubicBezTo>
                    <a:pt x="6766" y="7957"/>
                    <a:pt x="8060" y="2"/>
                    <a:pt x="8060" y="2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469174" y="4506015"/>
              <a:ext cx="353676" cy="218948"/>
            </a:xfrm>
            <a:custGeom>
              <a:avLst/>
              <a:gdLst/>
              <a:ahLst/>
              <a:cxnLst/>
              <a:rect l="l" t="t" r="r" b="b"/>
              <a:pathLst>
                <a:path w="9264" h="5735" extrusionOk="0">
                  <a:moveTo>
                    <a:pt x="4923" y="0"/>
                  </a:moveTo>
                  <a:lnTo>
                    <a:pt x="1922" y="278"/>
                  </a:lnTo>
                  <a:lnTo>
                    <a:pt x="2214" y="1665"/>
                  </a:lnTo>
                  <a:lnTo>
                    <a:pt x="320" y="1779"/>
                  </a:lnTo>
                  <a:lnTo>
                    <a:pt x="1" y="5735"/>
                  </a:lnTo>
                  <a:lnTo>
                    <a:pt x="1130" y="5735"/>
                  </a:lnTo>
                  <a:cubicBezTo>
                    <a:pt x="1458" y="4984"/>
                    <a:pt x="1839" y="4706"/>
                    <a:pt x="1839" y="4706"/>
                  </a:cubicBezTo>
                  <a:lnTo>
                    <a:pt x="3768" y="5735"/>
                  </a:lnTo>
                  <a:lnTo>
                    <a:pt x="8802" y="5735"/>
                  </a:lnTo>
                  <a:cubicBezTo>
                    <a:pt x="8802" y="5735"/>
                    <a:pt x="9263" y="4065"/>
                    <a:pt x="7595" y="3899"/>
                  </a:cubicBezTo>
                  <a:cubicBezTo>
                    <a:pt x="6467" y="3788"/>
                    <a:pt x="5004" y="2710"/>
                    <a:pt x="4903" y="1622"/>
                  </a:cubicBezTo>
                  <a:cubicBezTo>
                    <a:pt x="4844" y="967"/>
                    <a:pt x="4923" y="0"/>
                    <a:pt x="49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611807" y="4573934"/>
              <a:ext cx="104225" cy="82540"/>
            </a:xfrm>
            <a:custGeom>
              <a:avLst/>
              <a:gdLst/>
              <a:ahLst/>
              <a:cxnLst/>
              <a:rect l="l" t="t" r="r" b="b"/>
              <a:pathLst>
                <a:path w="2730" h="2162" fill="none" extrusionOk="0">
                  <a:moveTo>
                    <a:pt x="1" y="635"/>
                  </a:moveTo>
                  <a:lnTo>
                    <a:pt x="1929" y="0"/>
                  </a:lnTo>
                  <a:lnTo>
                    <a:pt x="964" y="1361"/>
                  </a:lnTo>
                  <a:lnTo>
                    <a:pt x="2730" y="1087"/>
                  </a:lnTo>
                  <a:lnTo>
                    <a:pt x="1820" y="2162"/>
                  </a:ln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473030" y="4671441"/>
              <a:ext cx="335771" cy="38597"/>
            </a:xfrm>
            <a:custGeom>
              <a:avLst/>
              <a:gdLst/>
              <a:ahLst/>
              <a:cxnLst/>
              <a:rect l="l" t="t" r="r" b="b"/>
              <a:pathLst>
                <a:path w="8795" h="1011" fill="none" extrusionOk="0">
                  <a:moveTo>
                    <a:pt x="1" y="149"/>
                  </a:moveTo>
                  <a:lnTo>
                    <a:pt x="3284" y="1"/>
                  </a:lnTo>
                  <a:cubicBezTo>
                    <a:pt x="3284" y="1"/>
                    <a:pt x="3739" y="714"/>
                    <a:pt x="4429" y="862"/>
                  </a:cubicBezTo>
                  <a:cubicBezTo>
                    <a:pt x="5120" y="1010"/>
                    <a:pt x="8795" y="862"/>
                    <a:pt x="8795" y="862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393467" y="3241177"/>
              <a:ext cx="118541" cy="57572"/>
            </a:xfrm>
            <a:custGeom>
              <a:avLst/>
              <a:gdLst/>
              <a:ahLst/>
              <a:cxnLst/>
              <a:rect l="l" t="t" r="r" b="b"/>
              <a:pathLst>
                <a:path w="3105" h="1508" extrusionOk="0">
                  <a:moveTo>
                    <a:pt x="772" y="0"/>
                  </a:moveTo>
                  <a:cubicBezTo>
                    <a:pt x="537" y="0"/>
                    <a:pt x="280" y="24"/>
                    <a:pt x="0" y="77"/>
                  </a:cubicBezTo>
                  <a:cubicBezTo>
                    <a:pt x="0" y="77"/>
                    <a:pt x="258" y="1508"/>
                    <a:pt x="2267" y="1508"/>
                  </a:cubicBezTo>
                  <a:cubicBezTo>
                    <a:pt x="2518" y="1508"/>
                    <a:pt x="2796" y="1485"/>
                    <a:pt x="3105" y="1435"/>
                  </a:cubicBezTo>
                  <a:cubicBezTo>
                    <a:pt x="3105" y="1435"/>
                    <a:pt x="2603" y="0"/>
                    <a:pt x="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404844" y="3224455"/>
              <a:ext cx="113044" cy="289882"/>
            </a:xfrm>
            <a:custGeom>
              <a:avLst/>
              <a:gdLst/>
              <a:ahLst/>
              <a:cxnLst/>
              <a:rect l="l" t="t" r="r" b="b"/>
              <a:pathLst>
                <a:path w="2961" h="7593" extrusionOk="0">
                  <a:moveTo>
                    <a:pt x="704" y="1"/>
                  </a:moveTo>
                  <a:cubicBezTo>
                    <a:pt x="460" y="1"/>
                    <a:pt x="220" y="50"/>
                    <a:pt x="0" y="173"/>
                  </a:cubicBezTo>
                  <a:cubicBezTo>
                    <a:pt x="0" y="173"/>
                    <a:pt x="221" y="5229"/>
                    <a:pt x="657" y="6764"/>
                  </a:cubicBezTo>
                  <a:cubicBezTo>
                    <a:pt x="657" y="6764"/>
                    <a:pt x="1247" y="7593"/>
                    <a:pt x="1851" y="7593"/>
                  </a:cubicBezTo>
                  <a:cubicBezTo>
                    <a:pt x="2200" y="7593"/>
                    <a:pt x="2554" y="7316"/>
                    <a:pt x="2802" y="6444"/>
                  </a:cubicBezTo>
                  <a:cubicBezTo>
                    <a:pt x="2961" y="5888"/>
                    <a:pt x="2709" y="1461"/>
                    <a:pt x="2802" y="850"/>
                  </a:cubicBezTo>
                  <a:cubicBezTo>
                    <a:pt x="2802" y="850"/>
                    <a:pt x="1717" y="1"/>
                    <a:pt x="704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391749" y="2847791"/>
              <a:ext cx="159696" cy="448127"/>
            </a:xfrm>
            <a:custGeom>
              <a:avLst/>
              <a:gdLst/>
              <a:ahLst/>
              <a:cxnLst/>
              <a:rect l="l" t="t" r="r" b="b"/>
              <a:pathLst>
                <a:path w="4183" h="11738" extrusionOk="0">
                  <a:moveTo>
                    <a:pt x="1799" y="1"/>
                  </a:moveTo>
                  <a:cubicBezTo>
                    <a:pt x="690" y="1"/>
                    <a:pt x="339" y="1091"/>
                    <a:pt x="296" y="2339"/>
                  </a:cubicBezTo>
                  <a:cubicBezTo>
                    <a:pt x="253" y="3587"/>
                    <a:pt x="422" y="4893"/>
                    <a:pt x="505" y="5436"/>
                  </a:cubicBezTo>
                  <a:cubicBezTo>
                    <a:pt x="588" y="5978"/>
                    <a:pt x="450" y="8804"/>
                    <a:pt x="288" y="9401"/>
                  </a:cubicBezTo>
                  <a:cubicBezTo>
                    <a:pt x="127" y="10000"/>
                    <a:pt x="1" y="10107"/>
                    <a:pt x="44" y="10380"/>
                  </a:cubicBezTo>
                  <a:cubicBezTo>
                    <a:pt x="44" y="10380"/>
                    <a:pt x="55" y="10379"/>
                    <a:pt x="76" y="10379"/>
                  </a:cubicBezTo>
                  <a:cubicBezTo>
                    <a:pt x="355" y="10379"/>
                    <a:pt x="2367" y="10426"/>
                    <a:pt x="3148" y="11738"/>
                  </a:cubicBezTo>
                  <a:cubicBezTo>
                    <a:pt x="3148" y="11738"/>
                    <a:pt x="3273" y="10979"/>
                    <a:pt x="3526" y="8859"/>
                  </a:cubicBezTo>
                  <a:cubicBezTo>
                    <a:pt x="3780" y="6742"/>
                    <a:pt x="4183" y="1"/>
                    <a:pt x="1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400911" y="3213155"/>
              <a:ext cx="122206" cy="23517"/>
            </a:xfrm>
            <a:custGeom>
              <a:avLst/>
              <a:gdLst/>
              <a:ahLst/>
              <a:cxnLst/>
              <a:rect l="l" t="t" r="r" b="b"/>
              <a:pathLst>
                <a:path w="3201" h="616" fill="none" extrusionOk="0">
                  <a:moveTo>
                    <a:pt x="1" y="0"/>
                  </a:moveTo>
                  <a:cubicBezTo>
                    <a:pt x="1079" y="70"/>
                    <a:pt x="2176" y="276"/>
                    <a:pt x="3200" y="616"/>
                  </a:cubicBezTo>
                </a:path>
              </a:pathLst>
            </a:custGeom>
            <a:noFill/>
            <a:ln w="175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409081" y="3038414"/>
              <a:ext cx="43217" cy="127780"/>
            </a:xfrm>
            <a:custGeom>
              <a:avLst/>
              <a:gdLst/>
              <a:ahLst/>
              <a:cxnLst/>
              <a:rect l="l" t="t" r="r" b="b"/>
              <a:pathLst>
                <a:path w="1132" h="3347" fill="none" extrusionOk="0">
                  <a:moveTo>
                    <a:pt x="0" y="1"/>
                  </a:moveTo>
                  <a:cubicBezTo>
                    <a:pt x="46" y="377"/>
                    <a:pt x="229" y="720"/>
                    <a:pt x="389" y="1064"/>
                  </a:cubicBezTo>
                  <a:cubicBezTo>
                    <a:pt x="727" y="1792"/>
                    <a:pt x="977" y="2558"/>
                    <a:pt x="1132" y="3347"/>
                  </a:cubicBezTo>
                  <a:cubicBezTo>
                    <a:pt x="874" y="3157"/>
                    <a:pt x="645" y="2924"/>
                    <a:pt x="464" y="2662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339025" y="3161462"/>
              <a:ext cx="622866" cy="745950"/>
            </a:xfrm>
            <a:custGeom>
              <a:avLst/>
              <a:gdLst/>
              <a:ahLst/>
              <a:cxnLst/>
              <a:rect l="l" t="t" r="r" b="b"/>
              <a:pathLst>
                <a:path w="16315" h="19539" extrusionOk="0">
                  <a:moveTo>
                    <a:pt x="7208" y="0"/>
                  </a:moveTo>
                  <a:cubicBezTo>
                    <a:pt x="6803" y="0"/>
                    <a:pt x="6447" y="73"/>
                    <a:pt x="6172" y="245"/>
                  </a:cubicBezTo>
                  <a:cubicBezTo>
                    <a:pt x="3471" y="1932"/>
                    <a:pt x="3144" y="5880"/>
                    <a:pt x="2233" y="8933"/>
                  </a:cubicBezTo>
                  <a:cubicBezTo>
                    <a:pt x="1701" y="10710"/>
                    <a:pt x="1382" y="11585"/>
                    <a:pt x="1065" y="13410"/>
                  </a:cubicBezTo>
                  <a:cubicBezTo>
                    <a:pt x="709" y="15453"/>
                    <a:pt x="356" y="17495"/>
                    <a:pt x="0" y="19538"/>
                  </a:cubicBezTo>
                  <a:cubicBezTo>
                    <a:pt x="1724" y="18188"/>
                    <a:pt x="4962" y="16661"/>
                    <a:pt x="8157" y="15626"/>
                  </a:cubicBezTo>
                  <a:cubicBezTo>
                    <a:pt x="9152" y="15304"/>
                    <a:pt x="13497" y="14379"/>
                    <a:pt x="16055" y="14379"/>
                  </a:cubicBezTo>
                  <a:cubicBezTo>
                    <a:pt x="16144" y="14379"/>
                    <a:pt x="16231" y="14380"/>
                    <a:pt x="16315" y="14382"/>
                  </a:cubicBezTo>
                  <a:cubicBezTo>
                    <a:pt x="15748" y="9993"/>
                    <a:pt x="13442" y="6620"/>
                    <a:pt x="13135" y="2207"/>
                  </a:cubicBezTo>
                  <a:cubicBezTo>
                    <a:pt x="13135" y="2204"/>
                    <a:pt x="9433" y="0"/>
                    <a:pt x="7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552211" y="3184330"/>
              <a:ext cx="131063" cy="90328"/>
            </a:xfrm>
            <a:custGeom>
              <a:avLst/>
              <a:gdLst/>
              <a:ahLst/>
              <a:cxnLst/>
              <a:rect l="l" t="t" r="r" b="b"/>
              <a:pathLst>
                <a:path w="3433" h="2366" fill="none" extrusionOk="0">
                  <a:moveTo>
                    <a:pt x="1" y="1491"/>
                  </a:moveTo>
                  <a:cubicBezTo>
                    <a:pt x="1" y="1491"/>
                    <a:pt x="1846" y="2365"/>
                    <a:pt x="3432" y="1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353876" y="3630173"/>
              <a:ext cx="599578" cy="191727"/>
            </a:xfrm>
            <a:custGeom>
              <a:avLst/>
              <a:gdLst/>
              <a:ahLst/>
              <a:cxnLst/>
              <a:rect l="l" t="t" r="r" b="b"/>
              <a:pathLst>
                <a:path w="15705" h="5022" fill="none" extrusionOk="0">
                  <a:moveTo>
                    <a:pt x="1" y="5021"/>
                  </a:moveTo>
                  <a:cubicBezTo>
                    <a:pt x="1" y="5021"/>
                    <a:pt x="8789" y="0"/>
                    <a:pt x="15705" y="799"/>
                  </a:cubicBezTo>
                </a:path>
              </a:pathLst>
            </a:custGeom>
            <a:noFill/>
            <a:ln w="1750" cap="flat" cmpd="sng">
              <a:solidFill>
                <a:srgbClr val="FFFFFF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371896" y="3171388"/>
              <a:ext cx="252582" cy="710369"/>
            </a:xfrm>
            <a:custGeom>
              <a:avLst/>
              <a:gdLst/>
              <a:ahLst/>
              <a:cxnLst/>
              <a:rect l="l" t="t" r="r" b="b"/>
              <a:pathLst>
                <a:path w="6616" h="18607" fill="none" extrusionOk="0">
                  <a:moveTo>
                    <a:pt x="6615" y="0"/>
                  </a:moveTo>
                  <a:cubicBezTo>
                    <a:pt x="5232" y="859"/>
                    <a:pt x="4273" y="2285"/>
                    <a:pt x="3671" y="3800"/>
                  </a:cubicBezTo>
                  <a:cubicBezTo>
                    <a:pt x="3069" y="5313"/>
                    <a:pt x="2783" y="6931"/>
                    <a:pt x="2467" y="8529"/>
                  </a:cubicBezTo>
                  <a:cubicBezTo>
                    <a:pt x="1796" y="11922"/>
                    <a:pt x="973" y="15286"/>
                    <a:pt x="0" y="18607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757609" y="3219492"/>
              <a:ext cx="28939" cy="208258"/>
            </a:xfrm>
            <a:custGeom>
              <a:avLst/>
              <a:gdLst/>
              <a:ahLst/>
              <a:cxnLst/>
              <a:rect l="l" t="t" r="r" b="b"/>
              <a:pathLst>
                <a:path w="758" h="5455" fill="none" extrusionOk="0">
                  <a:moveTo>
                    <a:pt x="512" y="0"/>
                  </a:moveTo>
                  <a:cubicBezTo>
                    <a:pt x="267" y="878"/>
                    <a:pt x="23" y="1770"/>
                    <a:pt x="11" y="2682"/>
                  </a:cubicBezTo>
                  <a:cubicBezTo>
                    <a:pt x="0" y="3652"/>
                    <a:pt x="261" y="4621"/>
                    <a:pt x="758" y="5454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903182" y="2739442"/>
              <a:ext cx="93649" cy="178976"/>
            </a:xfrm>
            <a:custGeom>
              <a:avLst/>
              <a:gdLst/>
              <a:ahLst/>
              <a:cxnLst/>
              <a:rect l="l" t="t" r="r" b="b"/>
              <a:pathLst>
                <a:path w="2453" h="4688" extrusionOk="0">
                  <a:moveTo>
                    <a:pt x="0" y="0"/>
                  </a:moveTo>
                  <a:lnTo>
                    <a:pt x="64" y="4688"/>
                  </a:lnTo>
                  <a:lnTo>
                    <a:pt x="2452" y="4688"/>
                  </a:lnTo>
                  <a:lnTo>
                    <a:pt x="2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918682" y="2756125"/>
              <a:ext cx="13057" cy="13057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74" y="0"/>
                  </a:moveTo>
                  <a:cubicBezTo>
                    <a:pt x="173" y="0"/>
                    <a:pt x="172" y="0"/>
                    <a:pt x="171" y="0"/>
                  </a:cubicBezTo>
                  <a:cubicBezTo>
                    <a:pt x="76" y="0"/>
                    <a:pt x="1" y="76"/>
                    <a:pt x="1" y="171"/>
                  </a:cubicBezTo>
                  <a:cubicBezTo>
                    <a:pt x="1" y="264"/>
                    <a:pt x="76" y="341"/>
                    <a:pt x="171" y="341"/>
                  </a:cubicBezTo>
                  <a:cubicBezTo>
                    <a:pt x="266" y="341"/>
                    <a:pt x="342" y="264"/>
                    <a:pt x="342" y="171"/>
                  </a:cubicBezTo>
                  <a:cubicBezTo>
                    <a:pt x="342" y="77"/>
                    <a:pt x="267" y="0"/>
                    <a:pt x="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918682" y="2778650"/>
              <a:ext cx="13057" cy="13057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71" y="0"/>
                  </a:moveTo>
                  <a:cubicBezTo>
                    <a:pt x="76" y="0"/>
                    <a:pt x="1" y="76"/>
                    <a:pt x="1" y="171"/>
                  </a:cubicBezTo>
                  <a:cubicBezTo>
                    <a:pt x="1" y="266"/>
                    <a:pt x="76" y="341"/>
                    <a:pt x="171" y="341"/>
                  </a:cubicBezTo>
                  <a:cubicBezTo>
                    <a:pt x="266" y="341"/>
                    <a:pt x="342" y="266"/>
                    <a:pt x="342" y="171"/>
                  </a:cubicBezTo>
                  <a:cubicBezTo>
                    <a:pt x="342" y="76"/>
                    <a:pt x="266" y="0"/>
                    <a:pt x="1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811593" y="2952971"/>
              <a:ext cx="213412" cy="260256"/>
            </a:xfrm>
            <a:custGeom>
              <a:avLst/>
              <a:gdLst/>
              <a:ahLst/>
              <a:cxnLst/>
              <a:rect l="l" t="t" r="r" b="b"/>
              <a:pathLst>
                <a:path w="5590" h="6817" extrusionOk="0">
                  <a:moveTo>
                    <a:pt x="4355" y="0"/>
                  </a:moveTo>
                  <a:cubicBezTo>
                    <a:pt x="3836" y="257"/>
                    <a:pt x="515" y="3947"/>
                    <a:pt x="1" y="4283"/>
                  </a:cubicBezTo>
                  <a:cubicBezTo>
                    <a:pt x="1" y="4283"/>
                    <a:pt x="150" y="6403"/>
                    <a:pt x="1375" y="6817"/>
                  </a:cubicBezTo>
                  <a:cubicBezTo>
                    <a:pt x="1375" y="6817"/>
                    <a:pt x="4356" y="2764"/>
                    <a:pt x="5590" y="1022"/>
                  </a:cubicBezTo>
                  <a:lnTo>
                    <a:pt x="4355" y="0"/>
                  </a:ln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909558" y="2823853"/>
              <a:ext cx="138546" cy="168859"/>
            </a:xfrm>
            <a:custGeom>
              <a:avLst/>
              <a:gdLst/>
              <a:ahLst/>
              <a:cxnLst/>
              <a:rect l="l" t="t" r="r" b="b"/>
              <a:pathLst>
                <a:path w="3629" h="4423" extrusionOk="0">
                  <a:moveTo>
                    <a:pt x="1485" y="1"/>
                  </a:moveTo>
                  <a:cubicBezTo>
                    <a:pt x="1358" y="1"/>
                    <a:pt x="1137" y="807"/>
                    <a:pt x="1827" y="1474"/>
                  </a:cubicBezTo>
                  <a:cubicBezTo>
                    <a:pt x="1827" y="1474"/>
                    <a:pt x="1040" y="853"/>
                    <a:pt x="581" y="428"/>
                  </a:cubicBezTo>
                  <a:cubicBezTo>
                    <a:pt x="568" y="417"/>
                    <a:pt x="558" y="411"/>
                    <a:pt x="551" y="411"/>
                  </a:cubicBezTo>
                  <a:cubicBezTo>
                    <a:pt x="429" y="411"/>
                    <a:pt x="804" y="1674"/>
                    <a:pt x="1560" y="1786"/>
                  </a:cubicBezTo>
                  <a:cubicBezTo>
                    <a:pt x="1560" y="1786"/>
                    <a:pt x="647" y="1781"/>
                    <a:pt x="287" y="1678"/>
                  </a:cubicBezTo>
                  <a:cubicBezTo>
                    <a:pt x="264" y="1671"/>
                    <a:pt x="244" y="1668"/>
                    <a:pt x="227" y="1668"/>
                  </a:cubicBezTo>
                  <a:cubicBezTo>
                    <a:pt x="1" y="1668"/>
                    <a:pt x="326" y="2227"/>
                    <a:pt x="1211" y="2227"/>
                  </a:cubicBezTo>
                  <a:cubicBezTo>
                    <a:pt x="1290" y="2227"/>
                    <a:pt x="1373" y="2222"/>
                    <a:pt x="1461" y="2213"/>
                  </a:cubicBezTo>
                  <a:lnTo>
                    <a:pt x="1461" y="2213"/>
                  </a:lnTo>
                  <a:cubicBezTo>
                    <a:pt x="1461" y="2213"/>
                    <a:pt x="1323" y="2929"/>
                    <a:pt x="1789" y="3381"/>
                  </a:cubicBezTo>
                  <a:cubicBezTo>
                    <a:pt x="1789" y="3382"/>
                    <a:pt x="1709" y="4423"/>
                    <a:pt x="2764" y="4423"/>
                  </a:cubicBezTo>
                  <a:cubicBezTo>
                    <a:pt x="2844" y="4423"/>
                    <a:pt x="2930" y="4417"/>
                    <a:pt x="3024" y="4404"/>
                  </a:cubicBezTo>
                  <a:cubicBezTo>
                    <a:pt x="3024" y="4404"/>
                    <a:pt x="3628" y="3623"/>
                    <a:pt x="3477" y="2985"/>
                  </a:cubicBezTo>
                  <a:cubicBezTo>
                    <a:pt x="3359" y="2490"/>
                    <a:pt x="2866" y="2045"/>
                    <a:pt x="2542" y="481"/>
                  </a:cubicBezTo>
                  <a:cubicBezTo>
                    <a:pt x="2523" y="389"/>
                    <a:pt x="2491" y="349"/>
                    <a:pt x="2457" y="349"/>
                  </a:cubicBezTo>
                  <a:cubicBezTo>
                    <a:pt x="2336" y="349"/>
                    <a:pt x="2176" y="852"/>
                    <a:pt x="2371" y="1307"/>
                  </a:cubicBezTo>
                  <a:cubicBezTo>
                    <a:pt x="2371" y="1307"/>
                    <a:pt x="1654" y="449"/>
                    <a:pt x="1531" y="54"/>
                  </a:cubicBezTo>
                  <a:cubicBezTo>
                    <a:pt x="1519" y="18"/>
                    <a:pt x="1503" y="1"/>
                    <a:pt x="1485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688049" y="2892306"/>
              <a:ext cx="137286" cy="147976"/>
            </a:xfrm>
            <a:custGeom>
              <a:avLst/>
              <a:gdLst/>
              <a:ahLst/>
              <a:cxnLst/>
              <a:rect l="l" t="t" r="r" b="b"/>
              <a:pathLst>
                <a:path w="3596" h="3876" extrusionOk="0">
                  <a:moveTo>
                    <a:pt x="284" y="0"/>
                  </a:moveTo>
                  <a:lnTo>
                    <a:pt x="284" y="0"/>
                  </a:lnTo>
                  <a:cubicBezTo>
                    <a:pt x="0" y="1979"/>
                    <a:pt x="2722" y="3875"/>
                    <a:pt x="2722" y="3875"/>
                  </a:cubicBezTo>
                  <a:cubicBezTo>
                    <a:pt x="2722" y="3875"/>
                    <a:pt x="3595" y="764"/>
                    <a:pt x="2722" y="418"/>
                  </a:cubicBezTo>
                  <a:cubicBezTo>
                    <a:pt x="1851" y="71"/>
                    <a:pt x="284" y="0"/>
                    <a:pt x="2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437104" y="2846264"/>
              <a:ext cx="442630" cy="418884"/>
            </a:xfrm>
            <a:custGeom>
              <a:avLst/>
              <a:gdLst/>
              <a:ahLst/>
              <a:cxnLst/>
              <a:rect l="l" t="t" r="r" b="b"/>
              <a:pathLst>
                <a:path w="11594" h="10972" extrusionOk="0">
                  <a:moveTo>
                    <a:pt x="956" y="1"/>
                  </a:moveTo>
                  <a:cubicBezTo>
                    <a:pt x="817" y="1"/>
                    <a:pt x="699" y="14"/>
                    <a:pt x="612" y="42"/>
                  </a:cubicBezTo>
                  <a:cubicBezTo>
                    <a:pt x="0" y="246"/>
                    <a:pt x="1406" y="3084"/>
                    <a:pt x="1938" y="4678"/>
                  </a:cubicBezTo>
                  <a:cubicBezTo>
                    <a:pt x="2049" y="5006"/>
                    <a:pt x="2120" y="5283"/>
                    <a:pt x="2132" y="5471"/>
                  </a:cubicBezTo>
                  <a:cubicBezTo>
                    <a:pt x="2178" y="6293"/>
                    <a:pt x="2765" y="6810"/>
                    <a:pt x="3113" y="7197"/>
                  </a:cubicBezTo>
                  <a:cubicBezTo>
                    <a:pt x="3235" y="7330"/>
                    <a:pt x="3327" y="7449"/>
                    <a:pt x="3358" y="7560"/>
                  </a:cubicBezTo>
                  <a:cubicBezTo>
                    <a:pt x="3483" y="7990"/>
                    <a:pt x="2683" y="8728"/>
                    <a:pt x="2562" y="8973"/>
                  </a:cubicBezTo>
                  <a:cubicBezTo>
                    <a:pt x="2552" y="8993"/>
                    <a:pt x="2555" y="9002"/>
                    <a:pt x="2574" y="9002"/>
                  </a:cubicBezTo>
                  <a:cubicBezTo>
                    <a:pt x="2659" y="9002"/>
                    <a:pt x="3054" y="8835"/>
                    <a:pt x="3899" y="8835"/>
                  </a:cubicBezTo>
                  <a:cubicBezTo>
                    <a:pt x="5142" y="8835"/>
                    <a:pt x="7361" y="9195"/>
                    <a:pt x="11008" y="10971"/>
                  </a:cubicBezTo>
                  <a:cubicBezTo>
                    <a:pt x="11008" y="10971"/>
                    <a:pt x="11134" y="10134"/>
                    <a:pt x="11008" y="9069"/>
                  </a:cubicBezTo>
                  <a:cubicBezTo>
                    <a:pt x="10922" y="8329"/>
                    <a:pt x="10618" y="6927"/>
                    <a:pt x="10618" y="6927"/>
                  </a:cubicBezTo>
                  <a:cubicBezTo>
                    <a:pt x="10618" y="6927"/>
                    <a:pt x="11593" y="6491"/>
                    <a:pt x="11541" y="5262"/>
                  </a:cubicBezTo>
                  <a:cubicBezTo>
                    <a:pt x="11492" y="4036"/>
                    <a:pt x="8520" y="1566"/>
                    <a:pt x="6857" y="1208"/>
                  </a:cubicBezTo>
                  <a:cubicBezTo>
                    <a:pt x="5760" y="970"/>
                    <a:pt x="4267" y="711"/>
                    <a:pt x="4267" y="711"/>
                  </a:cubicBezTo>
                  <a:cubicBezTo>
                    <a:pt x="4267" y="711"/>
                    <a:pt x="1997" y="1"/>
                    <a:pt x="9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529839" y="2973282"/>
              <a:ext cx="47646" cy="147747"/>
            </a:xfrm>
            <a:custGeom>
              <a:avLst/>
              <a:gdLst/>
              <a:ahLst/>
              <a:cxnLst/>
              <a:rect l="l" t="t" r="r" b="b"/>
              <a:pathLst>
                <a:path w="1248" h="3870" extrusionOk="0">
                  <a:moveTo>
                    <a:pt x="1" y="1"/>
                  </a:moveTo>
                  <a:lnTo>
                    <a:pt x="1" y="1"/>
                  </a:lnTo>
                  <a:cubicBezTo>
                    <a:pt x="112" y="1035"/>
                    <a:pt x="120" y="2166"/>
                    <a:pt x="84" y="3179"/>
                  </a:cubicBezTo>
                  <a:cubicBezTo>
                    <a:pt x="280" y="3455"/>
                    <a:pt x="511" y="3679"/>
                    <a:pt x="683" y="3870"/>
                  </a:cubicBezTo>
                  <a:cubicBezTo>
                    <a:pt x="1248" y="16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771697" y="2927163"/>
              <a:ext cx="34016" cy="26419"/>
            </a:xfrm>
            <a:custGeom>
              <a:avLst/>
              <a:gdLst/>
              <a:ahLst/>
              <a:cxnLst/>
              <a:rect l="l" t="t" r="r" b="b"/>
              <a:pathLst>
                <a:path w="891" h="692" fill="none" extrusionOk="0">
                  <a:moveTo>
                    <a:pt x="1" y="0"/>
                  </a:moveTo>
                  <a:cubicBezTo>
                    <a:pt x="257" y="276"/>
                    <a:pt x="559" y="510"/>
                    <a:pt x="890" y="691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660331" y="3066093"/>
              <a:ext cx="79218" cy="22448"/>
            </a:xfrm>
            <a:custGeom>
              <a:avLst/>
              <a:gdLst/>
              <a:ahLst/>
              <a:cxnLst/>
              <a:rect l="l" t="t" r="r" b="b"/>
              <a:pathLst>
                <a:path w="2075" h="588" fill="none" extrusionOk="0">
                  <a:moveTo>
                    <a:pt x="0" y="492"/>
                  </a:moveTo>
                  <a:cubicBezTo>
                    <a:pt x="721" y="588"/>
                    <a:pt x="1474" y="410"/>
                    <a:pt x="2074" y="1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801399" y="3110723"/>
              <a:ext cx="40964" cy="7674"/>
            </a:xfrm>
            <a:custGeom>
              <a:avLst/>
              <a:gdLst/>
              <a:ahLst/>
              <a:cxnLst/>
              <a:rect l="l" t="t" r="r" b="b"/>
              <a:pathLst>
                <a:path w="1073" h="201" fill="none" extrusionOk="0">
                  <a:moveTo>
                    <a:pt x="1073" y="0"/>
                  </a:moveTo>
                  <a:cubicBezTo>
                    <a:pt x="1073" y="0"/>
                    <a:pt x="582" y="200"/>
                    <a:pt x="1" y="90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555838" y="3119466"/>
              <a:ext cx="303740" cy="109340"/>
            </a:xfrm>
            <a:custGeom>
              <a:avLst/>
              <a:gdLst/>
              <a:ahLst/>
              <a:cxnLst/>
              <a:rect l="l" t="t" r="r" b="b"/>
              <a:pathLst>
                <a:path w="7956" h="2864" fill="none" extrusionOk="0">
                  <a:moveTo>
                    <a:pt x="0" y="1101"/>
                  </a:moveTo>
                  <a:cubicBezTo>
                    <a:pt x="0" y="1101"/>
                    <a:pt x="1926" y="1"/>
                    <a:pt x="7955" y="2863"/>
                  </a:cubicBezTo>
                </a:path>
              </a:pathLst>
            </a:custGeom>
            <a:noFill/>
            <a:ln w="175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599972" y="2767083"/>
              <a:ext cx="131636" cy="199057"/>
            </a:xfrm>
            <a:custGeom>
              <a:avLst/>
              <a:gdLst/>
              <a:ahLst/>
              <a:cxnLst/>
              <a:rect l="l" t="t" r="r" b="b"/>
              <a:pathLst>
                <a:path w="3448" h="5214" extrusionOk="0">
                  <a:moveTo>
                    <a:pt x="134" y="1"/>
                  </a:moveTo>
                  <a:lnTo>
                    <a:pt x="1" y="2784"/>
                  </a:lnTo>
                  <a:cubicBezTo>
                    <a:pt x="1" y="2784"/>
                    <a:pt x="589" y="5213"/>
                    <a:pt x="1704" y="5213"/>
                  </a:cubicBezTo>
                  <a:cubicBezTo>
                    <a:pt x="1704" y="5213"/>
                    <a:pt x="1705" y="5213"/>
                    <a:pt x="1706" y="5213"/>
                  </a:cubicBezTo>
                  <a:cubicBezTo>
                    <a:pt x="3448" y="5207"/>
                    <a:pt x="2591" y="3280"/>
                    <a:pt x="2591" y="3280"/>
                  </a:cubicBezTo>
                  <a:lnTo>
                    <a:pt x="2146" y="382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622459" y="2781628"/>
              <a:ext cx="69827" cy="67918"/>
            </a:xfrm>
            <a:custGeom>
              <a:avLst/>
              <a:gdLst/>
              <a:ahLst/>
              <a:cxnLst/>
              <a:rect l="l" t="t" r="r" b="b"/>
              <a:pathLst>
                <a:path w="1829" h="1779" extrusionOk="0">
                  <a:moveTo>
                    <a:pt x="1560" y="1"/>
                  </a:moveTo>
                  <a:lnTo>
                    <a:pt x="0" y="84"/>
                  </a:lnTo>
                  <a:cubicBezTo>
                    <a:pt x="0" y="84"/>
                    <a:pt x="117" y="1778"/>
                    <a:pt x="1545" y="1778"/>
                  </a:cubicBezTo>
                  <a:cubicBezTo>
                    <a:pt x="1634" y="1778"/>
                    <a:pt x="1729" y="1772"/>
                    <a:pt x="1828" y="1758"/>
                  </a:cubicBezTo>
                  <a:lnTo>
                    <a:pt x="1560" y="1"/>
                  </a:lnTo>
                  <a:close/>
                </a:path>
              </a:pathLst>
            </a:custGeom>
            <a:solidFill>
              <a:srgbClr val="33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592183" y="2653923"/>
              <a:ext cx="137401" cy="172906"/>
            </a:xfrm>
            <a:custGeom>
              <a:avLst/>
              <a:gdLst/>
              <a:ahLst/>
              <a:cxnLst/>
              <a:rect l="l" t="t" r="r" b="b"/>
              <a:pathLst>
                <a:path w="3599" h="4529" extrusionOk="0">
                  <a:moveTo>
                    <a:pt x="1858" y="1"/>
                  </a:moveTo>
                  <a:cubicBezTo>
                    <a:pt x="1355" y="1"/>
                    <a:pt x="876" y="192"/>
                    <a:pt x="687" y="437"/>
                  </a:cubicBezTo>
                  <a:cubicBezTo>
                    <a:pt x="100" y="1199"/>
                    <a:pt x="0" y="2495"/>
                    <a:pt x="392" y="3356"/>
                  </a:cubicBezTo>
                  <a:cubicBezTo>
                    <a:pt x="692" y="4017"/>
                    <a:pt x="1489" y="4528"/>
                    <a:pt x="2241" y="4528"/>
                  </a:cubicBezTo>
                  <a:cubicBezTo>
                    <a:pt x="2473" y="4528"/>
                    <a:pt x="2701" y="4480"/>
                    <a:pt x="2909" y="4372"/>
                  </a:cubicBezTo>
                  <a:cubicBezTo>
                    <a:pt x="3442" y="4096"/>
                    <a:pt x="3598" y="3592"/>
                    <a:pt x="3570" y="2875"/>
                  </a:cubicBezTo>
                  <a:cubicBezTo>
                    <a:pt x="3564" y="2701"/>
                    <a:pt x="3548" y="2516"/>
                    <a:pt x="3521" y="2317"/>
                  </a:cubicBezTo>
                  <a:cubicBezTo>
                    <a:pt x="3483" y="1988"/>
                    <a:pt x="3420" y="1623"/>
                    <a:pt x="3348" y="1226"/>
                  </a:cubicBezTo>
                  <a:cubicBezTo>
                    <a:pt x="3183" y="313"/>
                    <a:pt x="2501" y="1"/>
                    <a:pt x="1858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574163" y="2642355"/>
              <a:ext cx="184855" cy="100560"/>
            </a:xfrm>
            <a:custGeom>
              <a:avLst/>
              <a:gdLst/>
              <a:ahLst/>
              <a:cxnLst/>
              <a:rect l="l" t="t" r="r" b="b"/>
              <a:pathLst>
                <a:path w="4842" h="2634" extrusionOk="0">
                  <a:moveTo>
                    <a:pt x="1842" y="0"/>
                  </a:moveTo>
                  <a:cubicBezTo>
                    <a:pt x="928" y="0"/>
                    <a:pt x="0" y="424"/>
                    <a:pt x="308" y="2467"/>
                  </a:cubicBezTo>
                  <a:cubicBezTo>
                    <a:pt x="308" y="2469"/>
                    <a:pt x="485" y="2633"/>
                    <a:pt x="733" y="2633"/>
                  </a:cubicBezTo>
                  <a:cubicBezTo>
                    <a:pt x="1060" y="2633"/>
                    <a:pt x="1510" y="2345"/>
                    <a:pt x="1835" y="1009"/>
                  </a:cubicBezTo>
                  <a:cubicBezTo>
                    <a:pt x="1835" y="1009"/>
                    <a:pt x="2974" y="2040"/>
                    <a:pt x="4304" y="2040"/>
                  </a:cubicBezTo>
                  <a:cubicBezTo>
                    <a:pt x="4394" y="2040"/>
                    <a:pt x="4484" y="2036"/>
                    <a:pt x="4576" y="2026"/>
                  </a:cubicBezTo>
                  <a:cubicBezTo>
                    <a:pt x="4576" y="2026"/>
                    <a:pt x="4841" y="546"/>
                    <a:pt x="2892" y="135"/>
                  </a:cubicBezTo>
                  <a:cubicBezTo>
                    <a:pt x="2605" y="75"/>
                    <a:pt x="2225" y="0"/>
                    <a:pt x="18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628682" y="2753033"/>
              <a:ext cx="31115" cy="21418"/>
            </a:xfrm>
            <a:custGeom>
              <a:avLst/>
              <a:gdLst/>
              <a:ahLst/>
              <a:cxnLst/>
              <a:rect l="l" t="t" r="r" b="b"/>
              <a:pathLst>
                <a:path w="815" h="561" extrusionOk="0">
                  <a:moveTo>
                    <a:pt x="408" y="1"/>
                  </a:moveTo>
                  <a:cubicBezTo>
                    <a:pt x="402" y="1"/>
                    <a:pt x="395" y="1"/>
                    <a:pt x="389" y="1"/>
                  </a:cubicBezTo>
                  <a:cubicBezTo>
                    <a:pt x="169" y="6"/>
                    <a:pt x="0" y="138"/>
                    <a:pt x="12" y="293"/>
                  </a:cubicBezTo>
                  <a:cubicBezTo>
                    <a:pt x="22" y="443"/>
                    <a:pt x="197" y="561"/>
                    <a:pt x="408" y="561"/>
                  </a:cubicBezTo>
                  <a:cubicBezTo>
                    <a:pt x="414" y="561"/>
                    <a:pt x="421" y="560"/>
                    <a:pt x="427" y="560"/>
                  </a:cubicBezTo>
                  <a:cubicBezTo>
                    <a:pt x="645" y="553"/>
                    <a:pt x="814" y="421"/>
                    <a:pt x="804" y="268"/>
                  </a:cubicBezTo>
                  <a:cubicBezTo>
                    <a:pt x="792" y="117"/>
                    <a:pt x="618" y="1"/>
                    <a:pt x="408" y="1"/>
                  </a:cubicBezTo>
                  <a:close/>
                </a:path>
              </a:pathLst>
            </a:custGeom>
            <a:solidFill>
              <a:srgbClr val="FF7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713132" y="2742381"/>
              <a:ext cx="15347" cy="21303"/>
            </a:xfrm>
            <a:custGeom>
              <a:avLst/>
              <a:gdLst/>
              <a:ahLst/>
              <a:cxnLst/>
              <a:rect l="l" t="t" r="r" b="b"/>
              <a:pathLst>
                <a:path w="402" h="558" extrusionOk="0">
                  <a:moveTo>
                    <a:pt x="353" y="0"/>
                  </a:moveTo>
                  <a:cubicBezTo>
                    <a:pt x="150" y="19"/>
                    <a:pt x="0" y="145"/>
                    <a:pt x="9" y="291"/>
                  </a:cubicBezTo>
                  <a:cubicBezTo>
                    <a:pt x="19" y="442"/>
                    <a:pt x="193" y="558"/>
                    <a:pt x="402" y="558"/>
                  </a:cubicBezTo>
                  <a:cubicBezTo>
                    <a:pt x="396" y="386"/>
                    <a:pt x="380" y="199"/>
                    <a:pt x="353" y="0"/>
                  </a:cubicBezTo>
                  <a:close/>
                </a:path>
              </a:pathLst>
            </a:custGeom>
            <a:solidFill>
              <a:srgbClr val="FF7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656857" y="2729057"/>
              <a:ext cx="8590" cy="10537"/>
            </a:xfrm>
            <a:custGeom>
              <a:avLst/>
              <a:gdLst/>
              <a:ahLst/>
              <a:cxnLst/>
              <a:rect l="l" t="t" r="r" b="b"/>
              <a:pathLst>
                <a:path w="225" h="276" extrusionOk="0">
                  <a:moveTo>
                    <a:pt x="106" y="0"/>
                  </a:moveTo>
                  <a:cubicBezTo>
                    <a:pt x="102" y="0"/>
                    <a:pt x="99" y="0"/>
                    <a:pt x="96" y="1"/>
                  </a:cubicBezTo>
                  <a:cubicBezTo>
                    <a:pt x="38" y="8"/>
                    <a:pt x="1" y="75"/>
                    <a:pt x="10" y="150"/>
                  </a:cubicBezTo>
                  <a:cubicBezTo>
                    <a:pt x="18" y="223"/>
                    <a:pt x="67" y="276"/>
                    <a:pt x="119" y="276"/>
                  </a:cubicBezTo>
                  <a:cubicBezTo>
                    <a:pt x="123" y="276"/>
                    <a:pt x="126" y="275"/>
                    <a:pt x="130" y="275"/>
                  </a:cubicBezTo>
                  <a:cubicBezTo>
                    <a:pt x="187" y="268"/>
                    <a:pt x="224" y="201"/>
                    <a:pt x="216" y="125"/>
                  </a:cubicBezTo>
                  <a:cubicBezTo>
                    <a:pt x="207" y="53"/>
                    <a:pt x="158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4"/>
            <p:cNvSpPr/>
            <p:nvPr/>
          </p:nvSpPr>
          <p:spPr>
            <a:xfrm>
              <a:off x="702824" y="2725201"/>
              <a:ext cx="8628" cy="10575"/>
            </a:xfrm>
            <a:custGeom>
              <a:avLst/>
              <a:gdLst/>
              <a:ahLst/>
              <a:cxnLst/>
              <a:rect l="l" t="t" r="r" b="b"/>
              <a:pathLst>
                <a:path w="226" h="277" extrusionOk="0">
                  <a:moveTo>
                    <a:pt x="106" y="0"/>
                  </a:moveTo>
                  <a:cubicBezTo>
                    <a:pt x="102" y="0"/>
                    <a:pt x="99" y="0"/>
                    <a:pt x="95" y="1"/>
                  </a:cubicBezTo>
                  <a:cubicBezTo>
                    <a:pt x="37" y="10"/>
                    <a:pt x="0" y="77"/>
                    <a:pt x="11" y="152"/>
                  </a:cubicBezTo>
                  <a:cubicBezTo>
                    <a:pt x="19" y="222"/>
                    <a:pt x="66" y="276"/>
                    <a:pt x="119" y="276"/>
                  </a:cubicBezTo>
                  <a:cubicBezTo>
                    <a:pt x="123" y="276"/>
                    <a:pt x="127" y="276"/>
                    <a:pt x="131" y="275"/>
                  </a:cubicBezTo>
                  <a:cubicBezTo>
                    <a:pt x="189" y="269"/>
                    <a:pt x="226" y="201"/>
                    <a:pt x="215" y="125"/>
                  </a:cubicBezTo>
                  <a:cubicBezTo>
                    <a:pt x="207" y="54"/>
                    <a:pt x="159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647656" y="2710121"/>
              <a:ext cx="16531" cy="18172"/>
            </a:xfrm>
            <a:custGeom>
              <a:avLst/>
              <a:gdLst/>
              <a:ahLst/>
              <a:cxnLst/>
              <a:rect l="l" t="t" r="r" b="b"/>
              <a:pathLst>
                <a:path w="433" h="476" fill="none" extrusionOk="0">
                  <a:moveTo>
                    <a:pt x="433" y="303"/>
                  </a:moveTo>
                  <a:cubicBezTo>
                    <a:pt x="156" y="0"/>
                    <a:pt x="0" y="476"/>
                    <a:pt x="53" y="369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694348" y="2702676"/>
              <a:ext cx="16531" cy="18211"/>
            </a:xfrm>
            <a:custGeom>
              <a:avLst/>
              <a:gdLst/>
              <a:ahLst/>
              <a:cxnLst/>
              <a:rect l="l" t="t" r="r" b="b"/>
              <a:pathLst>
                <a:path w="433" h="477" fill="none" extrusionOk="0">
                  <a:moveTo>
                    <a:pt x="433" y="303"/>
                  </a:moveTo>
                  <a:cubicBezTo>
                    <a:pt x="156" y="1"/>
                    <a:pt x="0" y="477"/>
                    <a:pt x="53" y="37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561183" y="2732837"/>
              <a:ext cx="66925" cy="50967"/>
            </a:xfrm>
            <a:custGeom>
              <a:avLst/>
              <a:gdLst/>
              <a:ahLst/>
              <a:cxnLst/>
              <a:rect l="l" t="t" r="r" b="b"/>
              <a:pathLst>
                <a:path w="1753" h="1335" extrusionOk="0">
                  <a:moveTo>
                    <a:pt x="410" y="1"/>
                  </a:moveTo>
                  <a:cubicBezTo>
                    <a:pt x="163" y="1"/>
                    <a:pt x="1" y="138"/>
                    <a:pt x="16" y="529"/>
                  </a:cubicBezTo>
                  <a:cubicBezTo>
                    <a:pt x="35" y="1032"/>
                    <a:pt x="424" y="1334"/>
                    <a:pt x="828" y="1334"/>
                  </a:cubicBezTo>
                  <a:cubicBezTo>
                    <a:pt x="973" y="1334"/>
                    <a:pt x="1120" y="1295"/>
                    <a:pt x="1252" y="1212"/>
                  </a:cubicBezTo>
                  <a:cubicBezTo>
                    <a:pt x="1752" y="896"/>
                    <a:pt x="1478" y="363"/>
                    <a:pt x="1069" y="183"/>
                  </a:cubicBezTo>
                  <a:cubicBezTo>
                    <a:pt x="828" y="78"/>
                    <a:pt x="595" y="1"/>
                    <a:pt x="410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575881" y="2745550"/>
              <a:ext cx="22716" cy="24090"/>
            </a:xfrm>
            <a:custGeom>
              <a:avLst/>
              <a:gdLst/>
              <a:ahLst/>
              <a:cxnLst/>
              <a:rect l="l" t="t" r="r" b="b"/>
              <a:pathLst>
                <a:path w="595" h="631" fill="none" extrusionOk="0">
                  <a:moveTo>
                    <a:pt x="0" y="43"/>
                  </a:moveTo>
                  <a:cubicBezTo>
                    <a:pt x="0" y="43"/>
                    <a:pt x="595" y="0"/>
                    <a:pt x="512" y="630"/>
                  </a:cubicBezTo>
                </a:path>
              </a:pathLst>
            </a:custGeom>
            <a:noFill/>
            <a:ln w="1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584548" y="2755667"/>
              <a:ext cx="9010" cy="5879"/>
            </a:xfrm>
            <a:custGeom>
              <a:avLst/>
              <a:gdLst/>
              <a:ahLst/>
              <a:cxnLst/>
              <a:rect l="l" t="t" r="r" b="b"/>
              <a:pathLst>
                <a:path w="236" h="154" fill="none" extrusionOk="0">
                  <a:moveTo>
                    <a:pt x="236" y="0"/>
                  </a:moveTo>
                  <a:lnTo>
                    <a:pt x="0" y="153"/>
                  </a:lnTo>
                </a:path>
              </a:pathLst>
            </a:custGeom>
            <a:noFill/>
            <a:ln w="1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685223" y="2731959"/>
              <a:ext cx="13973" cy="29129"/>
            </a:xfrm>
            <a:custGeom>
              <a:avLst/>
              <a:gdLst/>
              <a:ahLst/>
              <a:cxnLst/>
              <a:rect l="l" t="t" r="r" b="b"/>
              <a:pathLst>
                <a:path w="366" h="763" fill="none" extrusionOk="0">
                  <a:moveTo>
                    <a:pt x="94" y="762"/>
                  </a:moveTo>
                  <a:cubicBezTo>
                    <a:pt x="165" y="761"/>
                    <a:pt x="349" y="681"/>
                    <a:pt x="358" y="541"/>
                  </a:cubicBezTo>
                  <a:cubicBezTo>
                    <a:pt x="365" y="409"/>
                    <a:pt x="134" y="549"/>
                    <a:pt x="67" y="356"/>
                  </a:cubicBez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662622" y="2777696"/>
              <a:ext cx="41308" cy="21227"/>
            </a:xfrm>
            <a:custGeom>
              <a:avLst/>
              <a:gdLst/>
              <a:ahLst/>
              <a:cxnLst/>
              <a:rect l="l" t="t" r="r" b="b"/>
              <a:pathLst>
                <a:path w="1082" h="556" extrusionOk="0">
                  <a:moveTo>
                    <a:pt x="1082" y="0"/>
                  </a:moveTo>
                  <a:lnTo>
                    <a:pt x="1082" y="0"/>
                  </a:lnTo>
                  <a:cubicBezTo>
                    <a:pt x="778" y="56"/>
                    <a:pt x="535" y="71"/>
                    <a:pt x="356" y="71"/>
                  </a:cubicBezTo>
                  <a:cubicBezTo>
                    <a:pt x="123" y="71"/>
                    <a:pt x="1" y="45"/>
                    <a:pt x="1" y="45"/>
                  </a:cubicBezTo>
                  <a:lnTo>
                    <a:pt x="1" y="45"/>
                  </a:lnTo>
                  <a:cubicBezTo>
                    <a:pt x="1" y="45"/>
                    <a:pt x="22" y="526"/>
                    <a:pt x="463" y="555"/>
                  </a:cubicBezTo>
                  <a:cubicBezTo>
                    <a:pt x="477" y="555"/>
                    <a:pt x="490" y="556"/>
                    <a:pt x="503" y="556"/>
                  </a:cubicBezTo>
                  <a:cubicBezTo>
                    <a:pt x="985" y="556"/>
                    <a:pt x="1082" y="0"/>
                    <a:pt x="10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34"/>
          <p:cNvGrpSpPr/>
          <p:nvPr/>
        </p:nvGrpSpPr>
        <p:grpSpPr>
          <a:xfrm>
            <a:off x="7319842" y="1070480"/>
            <a:ext cx="1008737" cy="820969"/>
            <a:chOff x="7319842" y="1070480"/>
            <a:chExt cx="1008737" cy="820969"/>
          </a:xfrm>
        </p:grpSpPr>
        <p:grpSp>
          <p:nvGrpSpPr>
            <p:cNvPr id="484" name="Google Shape;484;p34"/>
            <p:cNvGrpSpPr/>
            <p:nvPr/>
          </p:nvGrpSpPr>
          <p:grpSpPr>
            <a:xfrm rot="-935467">
              <a:off x="7369183" y="1131345"/>
              <a:ext cx="512791" cy="437365"/>
              <a:chOff x="1680400" y="948625"/>
              <a:chExt cx="211775" cy="180625"/>
            </a:xfrm>
          </p:grpSpPr>
          <p:sp>
            <p:nvSpPr>
              <p:cNvPr id="485" name="Google Shape;485;p34"/>
              <p:cNvSpPr/>
              <p:nvPr/>
            </p:nvSpPr>
            <p:spPr>
              <a:xfrm>
                <a:off x="1680400" y="948700"/>
                <a:ext cx="211725" cy="180550"/>
              </a:xfrm>
              <a:custGeom>
                <a:avLst/>
                <a:gdLst/>
                <a:ahLst/>
                <a:cxnLst/>
                <a:rect l="l" t="t" r="r" b="b"/>
                <a:pathLst>
                  <a:path w="8469" h="7222" extrusionOk="0">
                    <a:moveTo>
                      <a:pt x="7855" y="0"/>
                    </a:moveTo>
                    <a:cubicBezTo>
                      <a:pt x="7855" y="0"/>
                      <a:pt x="8235" y="1897"/>
                      <a:pt x="2466" y="1897"/>
                    </a:cubicBezTo>
                    <a:cubicBezTo>
                      <a:pt x="1977" y="1897"/>
                      <a:pt x="1444" y="1883"/>
                      <a:pt x="863" y="1853"/>
                    </a:cubicBezTo>
                    <a:lnTo>
                      <a:pt x="16" y="2679"/>
                    </a:lnTo>
                    <a:lnTo>
                      <a:pt x="1" y="3859"/>
                    </a:lnTo>
                    <a:lnTo>
                      <a:pt x="826" y="4709"/>
                    </a:lnTo>
                    <a:cubicBezTo>
                      <a:pt x="948" y="4704"/>
                      <a:pt x="1070" y="4703"/>
                      <a:pt x="1188" y="4701"/>
                    </a:cubicBezTo>
                    <a:lnTo>
                      <a:pt x="2270" y="7192"/>
                    </a:lnTo>
                    <a:cubicBezTo>
                      <a:pt x="2270" y="7192"/>
                      <a:pt x="2419" y="7222"/>
                      <a:pt x="2619" y="7222"/>
                    </a:cubicBezTo>
                    <a:cubicBezTo>
                      <a:pt x="2892" y="7222"/>
                      <a:pt x="3263" y="7166"/>
                      <a:pt x="3487" y="6903"/>
                    </a:cubicBezTo>
                    <a:lnTo>
                      <a:pt x="3124" y="4732"/>
                    </a:lnTo>
                    <a:lnTo>
                      <a:pt x="3124" y="4732"/>
                    </a:lnTo>
                    <a:cubicBezTo>
                      <a:pt x="8162" y="5005"/>
                      <a:pt x="7770" y="6735"/>
                      <a:pt x="7770" y="6735"/>
                    </a:cubicBezTo>
                    <a:lnTo>
                      <a:pt x="8383" y="6743"/>
                    </a:lnTo>
                    <a:lnTo>
                      <a:pt x="8469" y="5"/>
                    </a:lnTo>
                    <a:lnTo>
                      <a:pt x="78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4"/>
              <p:cNvSpPr/>
              <p:nvPr/>
            </p:nvSpPr>
            <p:spPr>
              <a:xfrm>
                <a:off x="1680400" y="995025"/>
                <a:ext cx="77300" cy="71875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2875" extrusionOk="0">
                    <a:moveTo>
                      <a:pt x="863" y="0"/>
                    </a:moveTo>
                    <a:lnTo>
                      <a:pt x="16" y="826"/>
                    </a:lnTo>
                    <a:lnTo>
                      <a:pt x="1" y="2006"/>
                    </a:lnTo>
                    <a:lnTo>
                      <a:pt x="826" y="2856"/>
                    </a:lnTo>
                    <a:cubicBezTo>
                      <a:pt x="1133" y="2848"/>
                      <a:pt x="1426" y="2844"/>
                      <a:pt x="1706" y="2844"/>
                    </a:cubicBezTo>
                    <a:cubicBezTo>
                      <a:pt x="2193" y="2844"/>
                      <a:pt x="2641" y="2855"/>
                      <a:pt x="3055" y="2875"/>
                    </a:cubicBezTo>
                    <a:lnTo>
                      <a:pt x="3092" y="35"/>
                    </a:lnTo>
                    <a:lnTo>
                      <a:pt x="3092" y="35"/>
                    </a:lnTo>
                    <a:cubicBezTo>
                      <a:pt x="2889" y="40"/>
                      <a:pt x="2679" y="43"/>
                      <a:pt x="2459" y="43"/>
                    </a:cubicBezTo>
                    <a:cubicBezTo>
                      <a:pt x="1972" y="43"/>
                      <a:pt x="1442" y="29"/>
                      <a:pt x="8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34"/>
              <p:cNvSpPr/>
              <p:nvPr/>
            </p:nvSpPr>
            <p:spPr>
              <a:xfrm>
                <a:off x="1874675" y="948625"/>
                <a:ext cx="17500" cy="16865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6746" extrusionOk="0">
                    <a:moveTo>
                      <a:pt x="87" y="0"/>
                    </a:moveTo>
                    <a:cubicBezTo>
                      <a:pt x="84" y="3"/>
                      <a:pt x="96" y="67"/>
                      <a:pt x="82" y="171"/>
                    </a:cubicBezTo>
                    <a:lnTo>
                      <a:pt x="2" y="6571"/>
                    </a:lnTo>
                    <a:cubicBezTo>
                      <a:pt x="16" y="6676"/>
                      <a:pt x="1" y="6738"/>
                      <a:pt x="1" y="6738"/>
                    </a:cubicBezTo>
                    <a:lnTo>
                      <a:pt x="615" y="6746"/>
                    </a:lnTo>
                    <a:lnTo>
                      <a:pt x="699" y="8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8" name="Google Shape;488;p34"/>
            <p:cNvSpPr/>
            <p:nvPr/>
          </p:nvSpPr>
          <p:spPr>
            <a:xfrm>
              <a:off x="8183610" y="1746548"/>
              <a:ext cx="144969" cy="144901"/>
            </a:xfrm>
            <a:custGeom>
              <a:avLst/>
              <a:gdLst/>
              <a:ahLst/>
              <a:cxnLst/>
              <a:rect l="l" t="t" r="r" b="b"/>
              <a:pathLst>
                <a:path w="3762" h="3760" extrusionOk="0">
                  <a:moveTo>
                    <a:pt x="1884" y="0"/>
                  </a:moveTo>
                  <a:cubicBezTo>
                    <a:pt x="1883" y="0"/>
                    <a:pt x="1882" y="0"/>
                    <a:pt x="1881" y="0"/>
                  </a:cubicBezTo>
                  <a:cubicBezTo>
                    <a:pt x="842" y="0"/>
                    <a:pt x="0" y="842"/>
                    <a:pt x="0" y="1880"/>
                  </a:cubicBezTo>
                  <a:cubicBezTo>
                    <a:pt x="0" y="2919"/>
                    <a:pt x="844" y="3760"/>
                    <a:pt x="1881" y="3760"/>
                  </a:cubicBezTo>
                  <a:cubicBezTo>
                    <a:pt x="2919" y="3760"/>
                    <a:pt x="3761" y="2918"/>
                    <a:pt x="3761" y="1880"/>
                  </a:cubicBezTo>
                  <a:cubicBezTo>
                    <a:pt x="3761" y="843"/>
                    <a:pt x="2920" y="0"/>
                    <a:pt x="18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" name="Google Shape;489;p34"/>
          <p:cNvGrpSpPr/>
          <p:nvPr/>
        </p:nvGrpSpPr>
        <p:grpSpPr>
          <a:xfrm>
            <a:off x="5487426" y="2882378"/>
            <a:ext cx="2484011" cy="2461281"/>
            <a:chOff x="5487426" y="2882378"/>
            <a:chExt cx="2484011" cy="2461281"/>
          </a:xfrm>
        </p:grpSpPr>
        <p:sp>
          <p:nvSpPr>
            <p:cNvPr id="490" name="Google Shape;490;p34"/>
            <p:cNvSpPr/>
            <p:nvPr/>
          </p:nvSpPr>
          <p:spPr>
            <a:xfrm>
              <a:off x="6213725" y="2882378"/>
              <a:ext cx="1128202" cy="1012941"/>
            </a:xfrm>
            <a:custGeom>
              <a:avLst/>
              <a:gdLst/>
              <a:ahLst/>
              <a:cxnLst/>
              <a:rect l="l" t="t" r="r" b="b"/>
              <a:pathLst>
                <a:path w="17264" h="11425" extrusionOk="0">
                  <a:moveTo>
                    <a:pt x="6419" y="1"/>
                  </a:moveTo>
                  <a:cubicBezTo>
                    <a:pt x="5139" y="1"/>
                    <a:pt x="4100" y="1322"/>
                    <a:pt x="3935" y="2311"/>
                  </a:cubicBezTo>
                  <a:cubicBezTo>
                    <a:pt x="3755" y="3394"/>
                    <a:pt x="2743" y="3214"/>
                    <a:pt x="2166" y="4261"/>
                  </a:cubicBezTo>
                  <a:cubicBezTo>
                    <a:pt x="1588" y="5307"/>
                    <a:pt x="2528" y="6173"/>
                    <a:pt x="1409" y="6787"/>
                  </a:cubicBezTo>
                  <a:cubicBezTo>
                    <a:pt x="289" y="7399"/>
                    <a:pt x="0" y="8664"/>
                    <a:pt x="0" y="8664"/>
                  </a:cubicBezTo>
                  <a:cubicBezTo>
                    <a:pt x="1716" y="10522"/>
                    <a:pt x="5219" y="11425"/>
                    <a:pt x="8688" y="11425"/>
                  </a:cubicBezTo>
                  <a:cubicBezTo>
                    <a:pt x="12225" y="11425"/>
                    <a:pt x="15726" y="10486"/>
                    <a:pt x="17262" y="8664"/>
                  </a:cubicBezTo>
                  <a:cubicBezTo>
                    <a:pt x="17264" y="8664"/>
                    <a:pt x="16974" y="7399"/>
                    <a:pt x="15855" y="6787"/>
                  </a:cubicBezTo>
                  <a:cubicBezTo>
                    <a:pt x="14736" y="6173"/>
                    <a:pt x="15676" y="5307"/>
                    <a:pt x="15098" y="4261"/>
                  </a:cubicBezTo>
                  <a:cubicBezTo>
                    <a:pt x="14519" y="3214"/>
                    <a:pt x="13510" y="3395"/>
                    <a:pt x="13329" y="2311"/>
                  </a:cubicBezTo>
                  <a:cubicBezTo>
                    <a:pt x="13165" y="1322"/>
                    <a:pt x="12125" y="1"/>
                    <a:pt x="10846" y="1"/>
                  </a:cubicBezTo>
                  <a:cubicBezTo>
                    <a:pt x="10725" y="1"/>
                    <a:pt x="10603" y="12"/>
                    <a:pt x="10478" y="37"/>
                  </a:cubicBezTo>
                  <a:cubicBezTo>
                    <a:pt x="9396" y="254"/>
                    <a:pt x="8842" y="553"/>
                    <a:pt x="8633" y="688"/>
                  </a:cubicBezTo>
                  <a:cubicBezTo>
                    <a:pt x="8422" y="553"/>
                    <a:pt x="7869" y="254"/>
                    <a:pt x="6787" y="37"/>
                  </a:cubicBezTo>
                  <a:cubicBezTo>
                    <a:pt x="6662" y="12"/>
                    <a:pt x="6540" y="1"/>
                    <a:pt x="6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5810313" y="3608304"/>
              <a:ext cx="1945862" cy="1584863"/>
            </a:xfrm>
            <a:custGeom>
              <a:avLst/>
              <a:gdLst/>
              <a:ahLst/>
              <a:cxnLst/>
              <a:rect l="l" t="t" r="r" b="b"/>
              <a:pathLst>
                <a:path w="29776" h="24251" extrusionOk="0">
                  <a:moveTo>
                    <a:pt x="12484" y="0"/>
                  </a:moveTo>
                  <a:cubicBezTo>
                    <a:pt x="12484" y="0"/>
                    <a:pt x="9168" y="1409"/>
                    <a:pt x="6461" y="2236"/>
                  </a:cubicBezTo>
                  <a:cubicBezTo>
                    <a:pt x="3752" y="3065"/>
                    <a:pt x="2888" y="5665"/>
                    <a:pt x="2381" y="7290"/>
                  </a:cubicBezTo>
                  <a:cubicBezTo>
                    <a:pt x="1876" y="8913"/>
                    <a:pt x="0" y="12558"/>
                    <a:pt x="0" y="12558"/>
                  </a:cubicBezTo>
                  <a:lnTo>
                    <a:pt x="5774" y="13678"/>
                  </a:lnTo>
                  <a:cubicBezTo>
                    <a:pt x="5774" y="13678"/>
                    <a:pt x="4583" y="22122"/>
                    <a:pt x="4583" y="24251"/>
                  </a:cubicBezTo>
                  <a:lnTo>
                    <a:pt x="25187" y="24251"/>
                  </a:lnTo>
                  <a:cubicBezTo>
                    <a:pt x="25187" y="22122"/>
                    <a:pt x="23997" y="13678"/>
                    <a:pt x="23997" y="13678"/>
                  </a:cubicBezTo>
                  <a:lnTo>
                    <a:pt x="29776" y="12560"/>
                  </a:lnTo>
                  <a:cubicBezTo>
                    <a:pt x="29776" y="12560"/>
                    <a:pt x="27899" y="8914"/>
                    <a:pt x="27395" y="7291"/>
                  </a:cubicBezTo>
                  <a:cubicBezTo>
                    <a:pt x="26889" y="5668"/>
                    <a:pt x="26023" y="3068"/>
                    <a:pt x="23316" y="2239"/>
                  </a:cubicBezTo>
                  <a:cubicBezTo>
                    <a:pt x="20609" y="1409"/>
                    <a:pt x="17292" y="0"/>
                    <a:pt x="17292" y="0"/>
                  </a:cubicBezTo>
                  <a:lnTo>
                    <a:pt x="14889" y="103"/>
                  </a:lnTo>
                  <a:lnTo>
                    <a:pt x="124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6110008" y="4765762"/>
              <a:ext cx="347989" cy="427536"/>
            </a:xfrm>
            <a:custGeom>
              <a:avLst/>
              <a:gdLst/>
              <a:ahLst/>
              <a:cxnLst/>
              <a:rect l="l" t="t" r="r" b="b"/>
              <a:pathLst>
                <a:path w="5325" h="6542" extrusionOk="0">
                  <a:moveTo>
                    <a:pt x="653" y="0"/>
                  </a:moveTo>
                  <a:cubicBezTo>
                    <a:pt x="339" y="2485"/>
                    <a:pt x="1" y="5408"/>
                    <a:pt x="1" y="6541"/>
                  </a:cubicBezTo>
                  <a:lnTo>
                    <a:pt x="2958" y="6541"/>
                  </a:lnTo>
                  <a:cubicBezTo>
                    <a:pt x="4227" y="5008"/>
                    <a:pt x="5325" y="460"/>
                    <a:pt x="5325" y="460"/>
                  </a:cubicBezTo>
                  <a:lnTo>
                    <a:pt x="6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6187709" y="4211703"/>
              <a:ext cx="57639" cy="290492"/>
            </a:xfrm>
            <a:custGeom>
              <a:avLst/>
              <a:gdLst/>
              <a:ahLst/>
              <a:cxnLst/>
              <a:rect l="l" t="t" r="r" b="b"/>
              <a:pathLst>
                <a:path w="882" h="4445" fill="none" extrusionOk="0">
                  <a:moveTo>
                    <a:pt x="1" y="4445"/>
                  </a:moveTo>
                  <a:lnTo>
                    <a:pt x="881" y="0"/>
                  </a:ln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6506748" y="4664923"/>
              <a:ext cx="77309" cy="37839"/>
            </a:xfrm>
            <a:custGeom>
              <a:avLst/>
              <a:gdLst/>
              <a:ahLst/>
              <a:cxnLst/>
              <a:rect l="l" t="t" r="r" b="b"/>
              <a:pathLst>
                <a:path w="1183" h="579" fill="none" extrusionOk="0">
                  <a:moveTo>
                    <a:pt x="1182" y="578"/>
                  </a:moveTo>
                  <a:lnTo>
                    <a:pt x="1" y="0"/>
                  </a:ln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6545435" y="4581794"/>
              <a:ext cx="166120" cy="79665"/>
            </a:xfrm>
            <a:custGeom>
              <a:avLst/>
              <a:gdLst/>
              <a:ahLst/>
              <a:cxnLst/>
              <a:rect l="l" t="t" r="r" b="b"/>
              <a:pathLst>
                <a:path w="2542" h="1219" fill="none" extrusionOk="0">
                  <a:moveTo>
                    <a:pt x="2541" y="1219"/>
                  </a:moveTo>
                  <a:cubicBezTo>
                    <a:pt x="2541" y="1219"/>
                    <a:pt x="402" y="353"/>
                    <a:pt x="0" y="0"/>
                  </a:cubicBez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6361802" y="4765762"/>
              <a:ext cx="49013" cy="25357"/>
            </a:xfrm>
            <a:custGeom>
              <a:avLst/>
              <a:gdLst/>
              <a:ahLst/>
              <a:cxnLst/>
              <a:rect l="l" t="t" r="r" b="b"/>
              <a:pathLst>
                <a:path w="750" h="388" fill="none" extrusionOk="0">
                  <a:moveTo>
                    <a:pt x="750" y="387"/>
                  </a:moveTo>
                  <a:cubicBezTo>
                    <a:pt x="750" y="387"/>
                    <a:pt x="108" y="297"/>
                    <a:pt x="1" y="0"/>
                  </a:cubicBez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7361722" y="4434882"/>
              <a:ext cx="545476" cy="663981"/>
            </a:xfrm>
            <a:custGeom>
              <a:avLst/>
              <a:gdLst/>
              <a:ahLst/>
              <a:cxnLst/>
              <a:rect l="l" t="t" r="r" b="b"/>
              <a:pathLst>
                <a:path w="8347" h="10160" extrusionOk="0">
                  <a:moveTo>
                    <a:pt x="5572" y="1"/>
                  </a:moveTo>
                  <a:lnTo>
                    <a:pt x="0" y="1030"/>
                  </a:lnTo>
                  <a:lnTo>
                    <a:pt x="368" y="2856"/>
                  </a:lnTo>
                  <a:cubicBezTo>
                    <a:pt x="628" y="6864"/>
                    <a:pt x="2656" y="10160"/>
                    <a:pt x="4642" y="10160"/>
                  </a:cubicBezTo>
                  <a:cubicBezTo>
                    <a:pt x="5117" y="10160"/>
                    <a:pt x="5590" y="9972"/>
                    <a:pt x="6036" y="9560"/>
                  </a:cubicBezTo>
                  <a:cubicBezTo>
                    <a:pt x="8347" y="7425"/>
                    <a:pt x="5572" y="1"/>
                    <a:pt x="5572" y="1"/>
                  </a:cubicBezTo>
                  <a:close/>
                </a:path>
              </a:pathLst>
            </a:custGeom>
            <a:solidFill>
              <a:srgbClr val="502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6560400" y="4318228"/>
              <a:ext cx="580308" cy="330292"/>
            </a:xfrm>
            <a:custGeom>
              <a:avLst/>
              <a:gdLst/>
              <a:ahLst/>
              <a:cxnLst/>
              <a:rect l="l" t="t" r="r" b="b"/>
              <a:pathLst>
                <a:path w="8880" h="5054" extrusionOk="0">
                  <a:moveTo>
                    <a:pt x="542" y="1"/>
                  </a:moveTo>
                  <a:cubicBezTo>
                    <a:pt x="244" y="1"/>
                    <a:pt x="1" y="244"/>
                    <a:pt x="1" y="542"/>
                  </a:cubicBezTo>
                  <a:lnTo>
                    <a:pt x="1" y="4512"/>
                  </a:lnTo>
                  <a:cubicBezTo>
                    <a:pt x="1" y="4810"/>
                    <a:pt x="244" y="5053"/>
                    <a:pt x="542" y="5053"/>
                  </a:cubicBezTo>
                  <a:lnTo>
                    <a:pt x="8338" y="5053"/>
                  </a:lnTo>
                  <a:cubicBezTo>
                    <a:pt x="8636" y="5053"/>
                    <a:pt x="8879" y="4810"/>
                    <a:pt x="8879" y="4512"/>
                  </a:cubicBezTo>
                  <a:lnTo>
                    <a:pt x="8879" y="542"/>
                  </a:lnTo>
                  <a:cubicBezTo>
                    <a:pt x="8879" y="244"/>
                    <a:pt x="8636" y="1"/>
                    <a:pt x="83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6560400" y="4318162"/>
              <a:ext cx="580308" cy="70777"/>
            </a:xfrm>
            <a:custGeom>
              <a:avLst/>
              <a:gdLst/>
              <a:ahLst/>
              <a:cxnLst/>
              <a:rect l="l" t="t" r="r" b="b"/>
              <a:pathLst>
                <a:path w="8880" h="1083" extrusionOk="0">
                  <a:moveTo>
                    <a:pt x="542" y="0"/>
                  </a:moveTo>
                  <a:cubicBezTo>
                    <a:pt x="244" y="0"/>
                    <a:pt x="1" y="243"/>
                    <a:pt x="1" y="541"/>
                  </a:cubicBezTo>
                  <a:lnTo>
                    <a:pt x="1" y="1083"/>
                  </a:lnTo>
                  <a:cubicBezTo>
                    <a:pt x="1" y="785"/>
                    <a:pt x="244" y="541"/>
                    <a:pt x="542" y="541"/>
                  </a:cubicBezTo>
                  <a:lnTo>
                    <a:pt x="8338" y="541"/>
                  </a:lnTo>
                  <a:cubicBezTo>
                    <a:pt x="8636" y="541"/>
                    <a:pt x="8879" y="785"/>
                    <a:pt x="8879" y="1083"/>
                  </a:cubicBezTo>
                  <a:lnTo>
                    <a:pt x="8879" y="541"/>
                  </a:lnTo>
                  <a:cubicBezTo>
                    <a:pt x="8879" y="243"/>
                    <a:pt x="8636" y="0"/>
                    <a:pt x="8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7055100" y="4389005"/>
              <a:ext cx="46072" cy="46074"/>
            </a:xfrm>
            <a:custGeom>
              <a:avLst/>
              <a:gdLst/>
              <a:ahLst/>
              <a:cxnLst/>
              <a:rect l="l" t="t" r="r" b="b"/>
              <a:pathLst>
                <a:path w="705" h="705" fill="none" extrusionOk="0">
                  <a:moveTo>
                    <a:pt x="705" y="353"/>
                  </a:moveTo>
                  <a:cubicBezTo>
                    <a:pt x="705" y="547"/>
                    <a:pt x="547" y="704"/>
                    <a:pt x="352" y="704"/>
                  </a:cubicBezTo>
                  <a:cubicBezTo>
                    <a:pt x="158" y="704"/>
                    <a:pt x="0" y="547"/>
                    <a:pt x="0" y="353"/>
                  </a:cubicBezTo>
                  <a:cubicBezTo>
                    <a:pt x="0" y="159"/>
                    <a:pt x="158" y="0"/>
                    <a:pt x="352" y="0"/>
                  </a:cubicBezTo>
                  <a:cubicBezTo>
                    <a:pt x="547" y="0"/>
                    <a:pt x="705" y="159"/>
                    <a:pt x="705" y="353"/>
                  </a:cubicBezTo>
                  <a:close/>
                </a:path>
              </a:pathLst>
            </a:custGeom>
            <a:noFill/>
            <a:ln w="2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7208084" y="4275030"/>
              <a:ext cx="763353" cy="870887"/>
            </a:xfrm>
            <a:custGeom>
              <a:avLst/>
              <a:gdLst/>
              <a:ahLst/>
              <a:cxnLst/>
              <a:rect l="l" t="t" r="r" b="b"/>
              <a:pathLst>
                <a:path w="11681" h="13326" extrusionOk="0">
                  <a:moveTo>
                    <a:pt x="2847" y="1"/>
                  </a:moveTo>
                  <a:lnTo>
                    <a:pt x="276" y="1333"/>
                  </a:lnTo>
                  <a:cubicBezTo>
                    <a:pt x="0" y="2363"/>
                    <a:pt x="1283" y="13326"/>
                    <a:pt x="5670" y="13326"/>
                  </a:cubicBezTo>
                  <a:cubicBezTo>
                    <a:pt x="5926" y="13326"/>
                    <a:pt x="6193" y="13289"/>
                    <a:pt x="6471" y="13209"/>
                  </a:cubicBezTo>
                  <a:cubicBezTo>
                    <a:pt x="11681" y="11727"/>
                    <a:pt x="7220" y="5123"/>
                    <a:pt x="5235" y="3215"/>
                  </a:cubicBezTo>
                  <a:cubicBezTo>
                    <a:pt x="3520" y="1565"/>
                    <a:pt x="2847" y="1"/>
                    <a:pt x="2847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7019680" y="3882131"/>
              <a:ext cx="301198" cy="199390"/>
            </a:xfrm>
            <a:custGeom>
              <a:avLst/>
              <a:gdLst/>
              <a:ahLst/>
              <a:cxnLst/>
              <a:rect l="l" t="t" r="r" b="b"/>
              <a:pathLst>
                <a:path w="4609" h="3051" extrusionOk="0">
                  <a:moveTo>
                    <a:pt x="1296" y="0"/>
                  </a:moveTo>
                  <a:cubicBezTo>
                    <a:pt x="591" y="0"/>
                    <a:pt x="0" y="84"/>
                    <a:pt x="89" y="344"/>
                  </a:cubicBezTo>
                  <a:cubicBezTo>
                    <a:pt x="224" y="741"/>
                    <a:pt x="873" y="1053"/>
                    <a:pt x="1587" y="1053"/>
                  </a:cubicBezTo>
                  <a:cubicBezTo>
                    <a:pt x="1693" y="1053"/>
                    <a:pt x="1801" y="1046"/>
                    <a:pt x="1909" y="1032"/>
                  </a:cubicBezTo>
                  <a:lnTo>
                    <a:pt x="2606" y="1009"/>
                  </a:lnTo>
                  <a:lnTo>
                    <a:pt x="3642" y="3051"/>
                  </a:lnTo>
                  <a:lnTo>
                    <a:pt x="4609" y="2573"/>
                  </a:lnTo>
                  <a:cubicBezTo>
                    <a:pt x="4609" y="2573"/>
                    <a:pt x="3817" y="237"/>
                    <a:pt x="2845" y="105"/>
                  </a:cubicBezTo>
                  <a:cubicBezTo>
                    <a:pt x="2426" y="48"/>
                    <a:pt x="1828" y="0"/>
                    <a:pt x="1296" y="0"/>
                  </a:cubicBezTo>
                  <a:close/>
                </a:path>
              </a:pathLst>
            </a:custGeom>
            <a:solidFill>
              <a:srgbClr val="502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6959297" y="3941994"/>
              <a:ext cx="538680" cy="458840"/>
            </a:xfrm>
            <a:custGeom>
              <a:avLst/>
              <a:gdLst/>
              <a:ahLst/>
              <a:cxnLst/>
              <a:rect l="l" t="t" r="r" b="b"/>
              <a:pathLst>
                <a:path w="8243" h="7021" extrusionOk="0">
                  <a:moveTo>
                    <a:pt x="5782" y="0"/>
                  </a:moveTo>
                  <a:cubicBezTo>
                    <a:pt x="5755" y="0"/>
                    <a:pt x="5726" y="3"/>
                    <a:pt x="5694" y="9"/>
                  </a:cubicBezTo>
                  <a:cubicBezTo>
                    <a:pt x="4958" y="145"/>
                    <a:pt x="3484" y="1703"/>
                    <a:pt x="3632" y="2233"/>
                  </a:cubicBezTo>
                  <a:cubicBezTo>
                    <a:pt x="3781" y="2760"/>
                    <a:pt x="4245" y="3433"/>
                    <a:pt x="4245" y="3433"/>
                  </a:cubicBezTo>
                  <a:lnTo>
                    <a:pt x="3475" y="4204"/>
                  </a:lnTo>
                  <a:cubicBezTo>
                    <a:pt x="3475" y="4204"/>
                    <a:pt x="2428" y="3269"/>
                    <a:pt x="1474" y="3269"/>
                  </a:cubicBezTo>
                  <a:cubicBezTo>
                    <a:pt x="1325" y="3269"/>
                    <a:pt x="1178" y="3291"/>
                    <a:pt x="1038" y="3344"/>
                  </a:cubicBezTo>
                  <a:cubicBezTo>
                    <a:pt x="0" y="3734"/>
                    <a:pt x="1589" y="4038"/>
                    <a:pt x="1846" y="4400"/>
                  </a:cubicBezTo>
                  <a:cubicBezTo>
                    <a:pt x="2105" y="4762"/>
                    <a:pt x="2792" y="6615"/>
                    <a:pt x="3674" y="6778"/>
                  </a:cubicBezTo>
                  <a:cubicBezTo>
                    <a:pt x="3947" y="6828"/>
                    <a:pt x="4336" y="6904"/>
                    <a:pt x="4744" y="6984"/>
                  </a:cubicBezTo>
                  <a:cubicBezTo>
                    <a:pt x="4872" y="7009"/>
                    <a:pt x="4998" y="7021"/>
                    <a:pt x="5123" y="7021"/>
                  </a:cubicBezTo>
                  <a:cubicBezTo>
                    <a:pt x="6043" y="7021"/>
                    <a:pt x="6861" y="6369"/>
                    <a:pt x="7035" y="5432"/>
                  </a:cubicBezTo>
                  <a:lnTo>
                    <a:pt x="7152" y="4808"/>
                  </a:lnTo>
                  <a:cubicBezTo>
                    <a:pt x="7152" y="4808"/>
                    <a:pt x="7869" y="3808"/>
                    <a:pt x="7940" y="3186"/>
                  </a:cubicBezTo>
                  <a:cubicBezTo>
                    <a:pt x="8013" y="2563"/>
                    <a:pt x="8243" y="1628"/>
                    <a:pt x="7762" y="1362"/>
                  </a:cubicBezTo>
                  <a:cubicBezTo>
                    <a:pt x="7394" y="1157"/>
                    <a:pt x="7199" y="1133"/>
                    <a:pt x="7129" y="1133"/>
                  </a:cubicBezTo>
                  <a:cubicBezTo>
                    <a:pt x="7108" y="1133"/>
                    <a:pt x="7098" y="1136"/>
                    <a:pt x="7098" y="1136"/>
                  </a:cubicBezTo>
                  <a:cubicBezTo>
                    <a:pt x="7098" y="1136"/>
                    <a:pt x="7004" y="352"/>
                    <a:pt x="6532" y="352"/>
                  </a:cubicBezTo>
                  <a:cubicBezTo>
                    <a:pt x="6501" y="352"/>
                    <a:pt x="6469" y="355"/>
                    <a:pt x="6436" y="362"/>
                  </a:cubicBezTo>
                  <a:lnTo>
                    <a:pt x="6158" y="425"/>
                  </a:lnTo>
                  <a:cubicBezTo>
                    <a:pt x="6158" y="425"/>
                    <a:pt x="6125" y="0"/>
                    <a:pt x="5782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7326956" y="4016169"/>
              <a:ext cx="114493" cy="222002"/>
            </a:xfrm>
            <a:custGeom>
              <a:avLst/>
              <a:gdLst/>
              <a:ahLst/>
              <a:cxnLst/>
              <a:rect l="l" t="t" r="r" b="b"/>
              <a:pathLst>
                <a:path w="1752" h="3397" fill="none" extrusionOk="0">
                  <a:moveTo>
                    <a:pt x="1474" y="1"/>
                  </a:moveTo>
                  <a:lnTo>
                    <a:pt x="54" y="1916"/>
                  </a:lnTo>
                  <a:cubicBezTo>
                    <a:pt x="54" y="1916"/>
                    <a:pt x="0" y="2945"/>
                    <a:pt x="252" y="3108"/>
                  </a:cubicBezTo>
                  <a:cubicBezTo>
                    <a:pt x="504" y="3271"/>
                    <a:pt x="939" y="3397"/>
                    <a:pt x="1010" y="3108"/>
                  </a:cubicBezTo>
                  <a:cubicBezTo>
                    <a:pt x="1082" y="2819"/>
                    <a:pt x="1173" y="2187"/>
                    <a:pt x="1173" y="2187"/>
                  </a:cubicBezTo>
                  <a:lnTo>
                    <a:pt x="1751" y="1520"/>
                  </a:ln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7403546" y="4158964"/>
              <a:ext cx="22546" cy="35552"/>
            </a:xfrm>
            <a:custGeom>
              <a:avLst/>
              <a:gdLst/>
              <a:ahLst/>
              <a:cxnLst/>
              <a:rect l="l" t="t" r="r" b="b"/>
              <a:pathLst>
                <a:path w="345" h="544" fill="none" extrusionOk="0">
                  <a:moveTo>
                    <a:pt x="1" y="1"/>
                  </a:moveTo>
                  <a:lnTo>
                    <a:pt x="345" y="543"/>
                  </a:ln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7250300" y="3969834"/>
              <a:ext cx="111552" cy="241935"/>
            </a:xfrm>
            <a:custGeom>
              <a:avLst/>
              <a:gdLst/>
              <a:ahLst/>
              <a:cxnLst/>
              <a:rect l="l" t="t" r="r" b="b"/>
              <a:pathLst>
                <a:path w="1707" h="3702" fill="none" extrusionOk="0">
                  <a:moveTo>
                    <a:pt x="1336" y="3701"/>
                  </a:moveTo>
                  <a:cubicBezTo>
                    <a:pt x="1336" y="3701"/>
                    <a:pt x="577" y="3634"/>
                    <a:pt x="343" y="3166"/>
                  </a:cubicBezTo>
                  <a:cubicBezTo>
                    <a:pt x="107" y="2697"/>
                    <a:pt x="1" y="1964"/>
                    <a:pt x="199" y="1707"/>
                  </a:cubicBezTo>
                  <a:cubicBezTo>
                    <a:pt x="398" y="1452"/>
                    <a:pt x="1707" y="1"/>
                    <a:pt x="1707" y="1"/>
                  </a:cubicBez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7236773" y="4166414"/>
              <a:ext cx="44503" cy="28886"/>
            </a:xfrm>
            <a:custGeom>
              <a:avLst/>
              <a:gdLst/>
              <a:ahLst/>
              <a:cxnLst/>
              <a:rect l="l" t="t" r="r" b="b"/>
              <a:pathLst>
                <a:path w="681" h="442" fill="none" extrusionOk="0">
                  <a:moveTo>
                    <a:pt x="0" y="1"/>
                  </a:moveTo>
                  <a:cubicBezTo>
                    <a:pt x="0" y="1"/>
                    <a:pt x="322" y="441"/>
                    <a:pt x="681" y="336"/>
                  </a:cubicBez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7186453" y="4216735"/>
              <a:ext cx="72538" cy="88487"/>
            </a:xfrm>
            <a:custGeom>
              <a:avLst/>
              <a:gdLst/>
              <a:ahLst/>
              <a:cxnLst/>
              <a:rect l="l" t="t" r="r" b="b"/>
              <a:pathLst>
                <a:path w="1110" h="1354" fill="none" extrusionOk="0">
                  <a:moveTo>
                    <a:pt x="1" y="0"/>
                  </a:moveTo>
                  <a:cubicBezTo>
                    <a:pt x="1" y="0"/>
                    <a:pt x="972" y="417"/>
                    <a:pt x="1110" y="1354"/>
                  </a:cubicBez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4"/>
            <p:cNvSpPr/>
            <p:nvPr/>
          </p:nvSpPr>
          <p:spPr>
            <a:xfrm>
              <a:off x="7271212" y="4205103"/>
              <a:ext cx="38034" cy="100120"/>
            </a:xfrm>
            <a:custGeom>
              <a:avLst/>
              <a:gdLst/>
              <a:ahLst/>
              <a:cxnLst/>
              <a:rect l="l" t="t" r="r" b="b"/>
              <a:pathLst>
                <a:path w="582" h="1532" fill="none" extrusionOk="0">
                  <a:moveTo>
                    <a:pt x="275" y="1532"/>
                  </a:moveTo>
                  <a:cubicBezTo>
                    <a:pt x="275" y="1532"/>
                    <a:pt x="1" y="632"/>
                    <a:pt x="582" y="0"/>
                  </a:cubicBez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4"/>
            <p:cNvSpPr/>
            <p:nvPr/>
          </p:nvSpPr>
          <p:spPr>
            <a:xfrm>
              <a:off x="7414721" y="4314633"/>
              <a:ext cx="65" cy="48426"/>
            </a:xfrm>
            <a:custGeom>
              <a:avLst/>
              <a:gdLst/>
              <a:ahLst/>
              <a:cxnLst/>
              <a:rect l="l" t="t" r="r" b="b"/>
              <a:pathLst>
                <a:path w="1" h="741" fill="none" extrusionOk="0">
                  <a:moveTo>
                    <a:pt x="0" y="1"/>
                  </a:moveTo>
                  <a:lnTo>
                    <a:pt x="0" y="741"/>
                  </a:lnTo>
                </a:path>
              </a:pathLst>
            </a:custGeom>
            <a:noFill/>
            <a:ln w="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6418199" y="3608369"/>
              <a:ext cx="735514" cy="226381"/>
            </a:xfrm>
            <a:custGeom>
              <a:avLst/>
              <a:gdLst/>
              <a:ahLst/>
              <a:cxnLst/>
              <a:rect l="l" t="t" r="r" b="b"/>
              <a:pathLst>
                <a:path w="11255" h="3464" extrusionOk="0">
                  <a:moveTo>
                    <a:pt x="3182" y="1"/>
                  </a:moveTo>
                  <a:cubicBezTo>
                    <a:pt x="3182" y="1"/>
                    <a:pt x="1750" y="609"/>
                    <a:pt x="1" y="1261"/>
                  </a:cubicBezTo>
                  <a:cubicBezTo>
                    <a:pt x="1027" y="2565"/>
                    <a:pt x="3166" y="3464"/>
                    <a:pt x="5641" y="3464"/>
                  </a:cubicBezTo>
                  <a:cubicBezTo>
                    <a:pt x="8099" y="3464"/>
                    <a:pt x="10224" y="2579"/>
                    <a:pt x="11254" y="1291"/>
                  </a:cubicBezTo>
                  <a:cubicBezTo>
                    <a:pt x="9466" y="626"/>
                    <a:pt x="7990" y="1"/>
                    <a:pt x="7990" y="1"/>
                  </a:cubicBezTo>
                  <a:lnTo>
                    <a:pt x="5587" y="105"/>
                  </a:lnTo>
                  <a:lnTo>
                    <a:pt x="3182" y="1"/>
                  </a:ln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6906886" y="3193577"/>
              <a:ext cx="125733" cy="146651"/>
            </a:xfrm>
            <a:custGeom>
              <a:avLst/>
              <a:gdLst/>
              <a:ahLst/>
              <a:cxnLst/>
              <a:rect l="l" t="t" r="r" b="b"/>
              <a:pathLst>
                <a:path w="1924" h="2244" extrusionOk="0">
                  <a:moveTo>
                    <a:pt x="1209" y="1"/>
                  </a:moveTo>
                  <a:cubicBezTo>
                    <a:pt x="855" y="1"/>
                    <a:pt x="459" y="327"/>
                    <a:pt x="251" y="824"/>
                  </a:cubicBezTo>
                  <a:cubicBezTo>
                    <a:pt x="0" y="1420"/>
                    <a:pt x="117" y="2037"/>
                    <a:pt x="510" y="2203"/>
                  </a:cubicBezTo>
                  <a:cubicBezTo>
                    <a:pt x="576" y="2230"/>
                    <a:pt x="645" y="2243"/>
                    <a:pt x="716" y="2243"/>
                  </a:cubicBezTo>
                  <a:cubicBezTo>
                    <a:pt x="1070" y="2243"/>
                    <a:pt x="1465" y="1918"/>
                    <a:pt x="1674" y="1420"/>
                  </a:cubicBezTo>
                  <a:cubicBezTo>
                    <a:pt x="1923" y="824"/>
                    <a:pt x="1807" y="206"/>
                    <a:pt x="1415" y="41"/>
                  </a:cubicBezTo>
                  <a:cubicBezTo>
                    <a:pt x="1349" y="14"/>
                    <a:pt x="1280" y="1"/>
                    <a:pt x="1209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6946946" y="3232069"/>
              <a:ext cx="55221" cy="61105"/>
            </a:xfrm>
            <a:custGeom>
              <a:avLst/>
              <a:gdLst/>
              <a:ahLst/>
              <a:cxnLst/>
              <a:rect l="l" t="t" r="r" b="b"/>
              <a:pathLst>
                <a:path w="845" h="935" fill="none" extrusionOk="0">
                  <a:moveTo>
                    <a:pt x="845" y="1"/>
                  </a:moveTo>
                  <a:cubicBezTo>
                    <a:pt x="601" y="47"/>
                    <a:pt x="120" y="229"/>
                    <a:pt x="1" y="935"/>
                  </a:cubicBezTo>
                </a:path>
              </a:pathLst>
            </a:custGeom>
            <a:noFill/>
            <a:ln w="2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6550467" y="3193577"/>
              <a:ext cx="125799" cy="146651"/>
            </a:xfrm>
            <a:custGeom>
              <a:avLst/>
              <a:gdLst/>
              <a:ahLst/>
              <a:cxnLst/>
              <a:rect l="l" t="t" r="r" b="b"/>
              <a:pathLst>
                <a:path w="1925" h="2244" extrusionOk="0">
                  <a:moveTo>
                    <a:pt x="716" y="1"/>
                  </a:moveTo>
                  <a:cubicBezTo>
                    <a:pt x="645" y="1"/>
                    <a:pt x="576" y="14"/>
                    <a:pt x="510" y="41"/>
                  </a:cubicBezTo>
                  <a:cubicBezTo>
                    <a:pt x="117" y="206"/>
                    <a:pt x="0" y="824"/>
                    <a:pt x="251" y="1420"/>
                  </a:cubicBezTo>
                  <a:cubicBezTo>
                    <a:pt x="459" y="1918"/>
                    <a:pt x="855" y="2243"/>
                    <a:pt x="1209" y="2243"/>
                  </a:cubicBezTo>
                  <a:cubicBezTo>
                    <a:pt x="1280" y="2243"/>
                    <a:pt x="1349" y="2230"/>
                    <a:pt x="1415" y="2203"/>
                  </a:cubicBezTo>
                  <a:cubicBezTo>
                    <a:pt x="1807" y="2037"/>
                    <a:pt x="1925" y="1420"/>
                    <a:pt x="1674" y="824"/>
                  </a:cubicBezTo>
                  <a:cubicBezTo>
                    <a:pt x="1465" y="327"/>
                    <a:pt x="1070" y="1"/>
                    <a:pt x="716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6580986" y="3232069"/>
              <a:ext cx="55155" cy="61105"/>
            </a:xfrm>
            <a:custGeom>
              <a:avLst/>
              <a:gdLst/>
              <a:ahLst/>
              <a:cxnLst/>
              <a:rect l="l" t="t" r="r" b="b"/>
              <a:pathLst>
                <a:path w="844" h="935" fill="none" extrusionOk="0">
                  <a:moveTo>
                    <a:pt x="0" y="1"/>
                  </a:moveTo>
                  <a:cubicBezTo>
                    <a:pt x="243" y="47"/>
                    <a:pt x="725" y="229"/>
                    <a:pt x="844" y="935"/>
                  </a:cubicBezTo>
                </a:path>
              </a:pathLst>
            </a:custGeom>
            <a:noFill/>
            <a:ln w="27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6626339" y="3354148"/>
              <a:ext cx="316163" cy="336761"/>
            </a:xfrm>
            <a:custGeom>
              <a:avLst/>
              <a:gdLst/>
              <a:ahLst/>
              <a:cxnLst/>
              <a:rect l="l" t="t" r="r" b="b"/>
              <a:pathLst>
                <a:path w="4838" h="5153" extrusionOk="0">
                  <a:moveTo>
                    <a:pt x="322" y="1"/>
                  </a:moveTo>
                  <a:lnTo>
                    <a:pt x="0" y="5152"/>
                  </a:lnTo>
                  <a:lnTo>
                    <a:pt x="4837" y="5152"/>
                  </a:lnTo>
                  <a:lnTo>
                    <a:pt x="4658" y="1"/>
                  </a:ln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6643264" y="3354148"/>
              <a:ext cx="295905" cy="237752"/>
            </a:xfrm>
            <a:custGeom>
              <a:avLst/>
              <a:gdLst/>
              <a:ahLst/>
              <a:cxnLst/>
              <a:rect l="l" t="t" r="r" b="b"/>
              <a:pathLst>
                <a:path w="4528" h="3638" extrusionOk="0">
                  <a:moveTo>
                    <a:pt x="66" y="1"/>
                  </a:moveTo>
                  <a:lnTo>
                    <a:pt x="0" y="1043"/>
                  </a:lnTo>
                  <a:cubicBezTo>
                    <a:pt x="377" y="1673"/>
                    <a:pt x="1755" y="3638"/>
                    <a:pt x="4306" y="3638"/>
                  </a:cubicBezTo>
                  <a:cubicBezTo>
                    <a:pt x="4379" y="3638"/>
                    <a:pt x="4453" y="3636"/>
                    <a:pt x="4528" y="3633"/>
                  </a:cubicBezTo>
                  <a:lnTo>
                    <a:pt x="4399" y="1"/>
                  </a:lnTo>
                  <a:close/>
                </a:path>
              </a:pathLst>
            </a:custGeom>
            <a:solidFill>
              <a:srgbClr val="502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6612092" y="3107115"/>
              <a:ext cx="353936" cy="425837"/>
            </a:xfrm>
            <a:custGeom>
              <a:avLst/>
              <a:gdLst/>
              <a:ahLst/>
              <a:cxnLst/>
              <a:rect l="l" t="t" r="r" b="b"/>
              <a:pathLst>
                <a:path w="5416" h="6516" extrusionOk="0">
                  <a:moveTo>
                    <a:pt x="2535" y="0"/>
                  </a:moveTo>
                  <a:cubicBezTo>
                    <a:pt x="2199" y="1370"/>
                    <a:pt x="168" y="1444"/>
                    <a:pt x="160" y="1444"/>
                  </a:cubicBezTo>
                  <a:cubicBezTo>
                    <a:pt x="58" y="1845"/>
                    <a:pt x="0" y="2276"/>
                    <a:pt x="0" y="2727"/>
                  </a:cubicBezTo>
                  <a:cubicBezTo>
                    <a:pt x="0" y="4819"/>
                    <a:pt x="1213" y="6516"/>
                    <a:pt x="2709" y="6516"/>
                  </a:cubicBezTo>
                  <a:cubicBezTo>
                    <a:pt x="4203" y="6516"/>
                    <a:pt x="5416" y="4819"/>
                    <a:pt x="5416" y="2727"/>
                  </a:cubicBezTo>
                  <a:cubicBezTo>
                    <a:pt x="5416" y="2276"/>
                    <a:pt x="5359" y="1845"/>
                    <a:pt x="5255" y="1444"/>
                  </a:cubicBezTo>
                  <a:cubicBezTo>
                    <a:pt x="5138" y="1460"/>
                    <a:pt x="5025" y="1467"/>
                    <a:pt x="4915" y="1467"/>
                  </a:cubicBezTo>
                  <a:cubicBezTo>
                    <a:pt x="3336" y="1467"/>
                    <a:pt x="2535" y="0"/>
                    <a:pt x="2535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6763182" y="3359507"/>
              <a:ext cx="47248" cy="24769"/>
            </a:xfrm>
            <a:custGeom>
              <a:avLst/>
              <a:gdLst/>
              <a:ahLst/>
              <a:cxnLst/>
              <a:rect l="l" t="t" r="r" b="b"/>
              <a:pathLst>
                <a:path w="723" h="379" fill="none" extrusionOk="0">
                  <a:moveTo>
                    <a:pt x="1" y="0"/>
                  </a:moveTo>
                  <a:cubicBezTo>
                    <a:pt x="1" y="0"/>
                    <a:pt x="254" y="378"/>
                    <a:pt x="723" y="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6853691" y="3276770"/>
              <a:ext cx="22154" cy="22154"/>
            </a:xfrm>
            <a:custGeom>
              <a:avLst/>
              <a:gdLst/>
              <a:ahLst/>
              <a:cxnLst/>
              <a:rect l="l" t="t" r="r" b="b"/>
              <a:pathLst>
                <a:path w="339" h="339" extrusionOk="0">
                  <a:moveTo>
                    <a:pt x="169" y="0"/>
                  </a:moveTo>
                  <a:cubicBezTo>
                    <a:pt x="76" y="0"/>
                    <a:pt x="0" y="76"/>
                    <a:pt x="0" y="169"/>
                  </a:cubicBezTo>
                  <a:cubicBezTo>
                    <a:pt x="0" y="263"/>
                    <a:pt x="76" y="338"/>
                    <a:pt x="169" y="338"/>
                  </a:cubicBezTo>
                  <a:cubicBezTo>
                    <a:pt x="263" y="338"/>
                    <a:pt x="338" y="263"/>
                    <a:pt x="338" y="169"/>
                  </a:cubicBezTo>
                  <a:cubicBezTo>
                    <a:pt x="338" y="76"/>
                    <a:pt x="263" y="0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6703909" y="3276770"/>
              <a:ext cx="22154" cy="22154"/>
            </a:xfrm>
            <a:custGeom>
              <a:avLst/>
              <a:gdLst/>
              <a:ahLst/>
              <a:cxnLst/>
              <a:rect l="l" t="t" r="r" b="b"/>
              <a:pathLst>
                <a:path w="339" h="339" extrusionOk="0">
                  <a:moveTo>
                    <a:pt x="169" y="0"/>
                  </a:moveTo>
                  <a:cubicBezTo>
                    <a:pt x="76" y="0"/>
                    <a:pt x="0" y="76"/>
                    <a:pt x="0" y="169"/>
                  </a:cubicBezTo>
                  <a:cubicBezTo>
                    <a:pt x="0" y="263"/>
                    <a:pt x="76" y="338"/>
                    <a:pt x="169" y="338"/>
                  </a:cubicBezTo>
                  <a:cubicBezTo>
                    <a:pt x="263" y="338"/>
                    <a:pt x="338" y="263"/>
                    <a:pt x="338" y="169"/>
                  </a:cubicBezTo>
                  <a:cubicBezTo>
                    <a:pt x="338" y="76"/>
                    <a:pt x="263" y="0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>
              <a:off x="6745395" y="3410153"/>
              <a:ext cx="82800" cy="28375"/>
            </a:xfrm>
            <a:custGeom>
              <a:avLst/>
              <a:gdLst/>
              <a:ahLst/>
              <a:cxnLst/>
              <a:rect l="l" t="t" r="r" b="b"/>
              <a:pathLst>
                <a:path w="723" h="108" fill="none" extrusionOk="0">
                  <a:moveTo>
                    <a:pt x="1" y="1"/>
                  </a:moveTo>
                  <a:cubicBezTo>
                    <a:pt x="1" y="1"/>
                    <a:pt x="416" y="107"/>
                    <a:pt x="723" y="1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6678357" y="3217953"/>
              <a:ext cx="73192" cy="28363"/>
            </a:xfrm>
            <a:custGeom>
              <a:avLst/>
              <a:gdLst/>
              <a:ahLst/>
              <a:cxnLst/>
              <a:rect l="l" t="t" r="r" b="b"/>
              <a:pathLst>
                <a:path w="1120" h="434" fill="none" extrusionOk="0">
                  <a:moveTo>
                    <a:pt x="0" y="433"/>
                  </a:moveTo>
                  <a:cubicBezTo>
                    <a:pt x="0" y="433"/>
                    <a:pt x="507" y="0"/>
                    <a:pt x="1119" y="433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6828205" y="3217953"/>
              <a:ext cx="73127" cy="28363"/>
            </a:xfrm>
            <a:custGeom>
              <a:avLst/>
              <a:gdLst/>
              <a:ahLst/>
              <a:cxnLst/>
              <a:rect l="l" t="t" r="r" b="b"/>
              <a:pathLst>
                <a:path w="1119" h="434" fill="none" extrusionOk="0">
                  <a:moveTo>
                    <a:pt x="0" y="433"/>
                  </a:moveTo>
                  <a:cubicBezTo>
                    <a:pt x="0" y="433"/>
                    <a:pt x="506" y="0"/>
                    <a:pt x="1118" y="433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7195929" y="3470018"/>
              <a:ext cx="437714" cy="419890"/>
            </a:xfrm>
            <a:custGeom>
              <a:avLst/>
              <a:gdLst/>
              <a:ahLst/>
              <a:cxnLst/>
              <a:rect l="l" t="t" r="r" b="b"/>
              <a:pathLst>
                <a:path w="6698" h="6425" extrusionOk="0">
                  <a:moveTo>
                    <a:pt x="1193" y="1"/>
                  </a:moveTo>
                  <a:cubicBezTo>
                    <a:pt x="538" y="1"/>
                    <a:pt x="1" y="537"/>
                    <a:pt x="1" y="1193"/>
                  </a:cubicBezTo>
                  <a:lnTo>
                    <a:pt x="1" y="4167"/>
                  </a:lnTo>
                  <a:cubicBezTo>
                    <a:pt x="1" y="4822"/>
                    <a:pt x="536" y="5358"/>
                    <a:pt x="1193" y="5358"/>
                  </a:cubicBezTo>
                  <a:lnTo>
                    <a:pt x="1990" y="5358"/>
                  </a:lnTo>
                  <a:lnTo>
                    <a:pt x="1990" y="6120"/>
                  </a:lnTo>
                  <a:cubicBezTo>
                    <a:pt x="1990" y="6304"/>
                    <a:pt x="2140" y="6424"/>
                    <a:pt x="2296" y="6424"/>
                  </a:cubicBezTo>
                  <a:cubicBezTo>
                    <a:pt x="2375" y="6424"/>
                    <a:pt x="2456" y="6393"/>
                    <a:pt x="2520" y="6324"/>
                  </a:cubicBezTo>
                  <a:lnTo>
                    <a:pt x="3390" y="5360"/>
                  </a:lnTo>
                  <a:lnTo>
                    <a:pt x="5507" y="5360"/>
                  </a:lnTo>
                  <a:cubicBezTo>
                    <a:pt x="6161" y="5360"/>
                    <a:pt x="6697" y="4825"/>
                    <a:pt x="6697" y="4170"/>
                  </a:cubicBezTo>
                  <a:lnTo>
                    <a:pt x="6697" y="1194"/>
                  </a:lnTo>
                  <a:cubicBezTo>
                    <a:pt x="6697" y="537"/>
                    <a:pt x="6162" y="1"/>
                    <a:pt x="55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7282649" y="3520927"/>
              <a:ext cx="247154" cy="246967"/>
            </a:xfrm>
            <a:custGeom>
              <a:avLst/>
              <a:gdLst/>
              <a:ahLst/>
              <a:cxnLst/>
              <a:rect l="l" t="t" r="r" b="b"/>
              <a:pathLst>
                <a:path w="3782" h="3779" extrusionOk="0">
                  <a:moveTo>
                    <a:pt x="3565" y="212"/>
                  </a:moveTo>
                  <a:lnTo>
                    <a:pt x="3565" y="218"/>
                  </a:lnTo>
                  <a:lnTo>
                    <a:pt x="3565" y="2147"/>
                  </a:lnTo>
                  <a:lnTo>
                    <a:pt x="3006" y="1512"/>
                  </a:lnTo>
                  <a:cubicBezTo>
                    <a:pt x="2985" y="1490"/>
                    <a:pt x="2958" y="1477"/>
                    <a:pt x="2929" y="1475"/>
                  </a:cubicBezTo>
                  <a:cubicBezTo>
                    <a:pt x="2927" y="1475"/>
                    <a:pt x="2925" y="1475"/>
                    <a:pt x="2924" y="1475"/>
                  </a:cubicBezTo>
                  <a:cubicBezTo>
                    <a:pt x="2893" y="1475"/>
                    <a:pt x="2868" y="1488"/>
                    <a:pt x="2849" y="1508"/>
                  </a:cubicBezTo>
                  <a:lnTo>
                    <a:pt x="2288" y="2076"/>
                  </a:lnTo>
                  <a:lnTo>
                    <a:pt x="1677" y="1438"/>
                  </a:lnTo>
                  <a:cubicBezTo>
                    <a:pt x="1656" y="1416"/>
                    <a:pt x="1628" y="1405"/>
                    <a:pt x="1599" y="1405"/>
                  </a:cubicBezTo>
                  <a:cubicBezTo>
                    <a:pt x="1574" y="1405"/>
                    <a:pt x="1550" y="1413"/>
                    <a:pt x="1531" y="1429"/>
                  </a:cubicBezTo>
                  <a:lnTo>
                    <a:pt x="219" y="2513"/>
                  </a:lnTo>
                  <a:lnTo>
                    <a:pt x="219" y="212"/>
                  </a:lnTo>
                  <a:close/>
                  <a:moveTo>
                    <a:pt x="1588" y="1665"/>
                  </a:moveTo>
                  <a:lnTo>
                    <a:pt x="2131" y="2230"/>
                  </a:lnTo>
                  <a:lnTo>
                    <a:pt x="1752" y="2587"/>
                  </a:lnTo>
                  <a:cubicBezTo>
                    <a:pt x="1709" y="2629"/>
                    <a:pt x="1706" y="2697"/>
                    <a:pt x="1747" y="2741"/>
                  </a:cubicBezTo>
                  <a:cubicBezTo>
                    <a:pt x="1769" y="2763"/>
                    <a:pt x="1797" y="2774"/>
                    <a:pt x="1827" y="2774"/>
                  </a:cubicBezTo>
                  <a:cubicBezTo>
                    <a:pt x="1854" y="2774"/>
                    <a:pt x="1881" y="2765"/>
                    <a:pt x="1901" y="2746"/>
                  </a:cubicBezTo>
                  <a:lnTo>
                    <a:pt x="2361" y="2311"/>
                  </a:lnTo>
                  <a:cubicBezTo>
                    <a:pt x="2361" y="2311"/>
                    <a:pt x="2361" y="2310"/>
                    <a:pt x="2362" y="2310"/>
                  </a:cubicBezTo>
                  <a:cubicBezTo>
                    <a:pt x="2365" y="2310"/>
                    <a:pt x="2365" y="2310"/>
                    <a:pt x="2365" y="2308"/>
                  </a:cubicBezTo>
                  <a:lnTo>
                    <a:pt x="2921" y="1741"/>
                  </a:lnTo>
                  <a:lnTo>
                    <a:pt x="3563" y="2471"/>
                  </a:lnTo>
                  <a:lnTo>
                    <a:pt x="3563" y="3562"/>
                  </a:lnTo>
                  <a:lnTo>
                    <a:pt x="217" y="3562"/>
                  </a:lnTo>
                  <a:lnTo>
                    <a:pt x="217" y="2799"/>
                  </a:lnTo>
                  <a:lnTo>
                    <a:pt x="1588" y="1665"/>
                  </a:lnTo>
                  <a:close/>
                  <a:moveTo>
                    <a:pt x="107" y="0"/>
                  </a:moveTo>
                  <a:cubicBezTo>
                    <a:pt x="48" y="0"/>
                    <a:pt x="1" y="49"/>
                    <a:pt x="1" y="108"/>
                  </a:cubicBezTo>
                  <a:lnTo>
                    <a:pt x="1" y="3672"/>
                  </a:lnTo>
                  <a:cubicBezTo>
                    <a:pt x="1" y="3731"/>
                    <a:pt x="48" y="3779"/>
                    <a:pt x="107" y="3779"/>
                  </a:cubicBezTo>
                  <a:lnTo>
                    <a:pt x="3671" y="3779"/>
                  </a:lnTo>
                  <a:cubicBezTo>
                    <a:pt x="3731" y="3779"/>
                    <a:pt x="3778" y="3731"/>
                    <a:pt x="3778" y="3672"/>
                  </a:cubicBezTo>
                  <a:lnTo>
                    <a:pt x="3778" y="108"/>
                  </a:lnTo>
                  <a:cubicBezTo>
                    <a:pt x="3781" y="49"/>
                    <a:pt x="3732" y="0"/>
                    <a:pt x="3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7325192" y="3549290"/>
              <a:ext cx="63716" cy="63719"/>
            </a:xfrm>
            <a:custGeom>
              <a:avLst/>
              <a:gdLst/>
              <a:ahLst/>
              <a:cxnLst/>
              <a:rect l="l" t="t" r="r" b="b"/>
              <a:pathLst>
                <a:path w="975" h="975" extrusionOk="0">
                  <a:moveTo>
                    <a:pt x="487" y="217"/>
                  </a:moveTo>
                  <a:cubicBezTo>
                    <a:pt x="638" y="217"/>
                    <a:pt x="758" y="338"/>
                    <a:pt x="758" y="487"/>
                  </a:cubicBezTo>
                  <a:cubicBezTo>
                    <a:pt x="758" y="638"/>
                    <a:pt x="635" y="758"/>
                    <a:pt x="487" y="758"/>
                  </a:cubicBezTo>
                  <a:cubicBezTo>
                    <a:pt x="337" y="758"/>
                    <a:pt x="217" y="635"/>
                    <a:pt x="217" y="487"/>
                  </a:cubicBezTo>
                  <a:cubicBezTo>
                    <a:pt x="217" y="337"/>
                    <a:pt x="337" y="217"/>
                    <a:pt x="487" y="217"/>
                  </a:cubicBezTo>
                  <a:close/>
                  <a:moveTo>
                    <a:pt x="487" y="0"/>
                  </a:moveTo>
                  <a:cubicBezTo>
                    <a:pt x="218" y="0"/>
                    <a:pt x="1" y="218"/>
                    <a:pt x="1" y="488"/>
                  </a:cubicBezTo>
                  <a:cubicBezTo>
                    <a:pt x="1" y="757"/>
                    <a:pt x="218" y="974"/>
                    <a:pt x="487" y="974"/>
                  </a:cubicBezTo>
                  <a:cubicBezTo>
                    <a:pt x="757" y="974"/>
                    <a:pt x="975" y="757"/>
                    <a:pt x="975" y="488"/>
                  </a:cubicBezTo>
                  <a:cubicBezTo>
                    <a:pt x="975" y="218"/>
                    <a:pt x="757" y="0"/>
                    <a:pt x="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6775525" y="3173750"/>
              <a:ext cx="22553" cy="27110"/>
            </a:xfrm>
            <a:custGeom>
              <a:avLst/>
              <a:gdLst/>
              <a:ahLst/>
              <a:cxnLst/>
              <a:rect l="l" t="t" r="r" b="b"/>
              <a:pathLst>
                <a:path w="3762" h="3760" extrusionOk="0">
                  <a:moveTo>
                    <a:pt x="1884" y="0"/>
                  </a:moveTo>
                  <a:cubicBezTo>
                    <a:pt x="1883" y="0"/>
                    <a:pt x="1882" y="0"/>
                    <a:pt x="1881" y="0"/>
                  </a:cubicBezTo>
                  <a:cubicBezTo>
                    <a:pt x="842" y="0"/>
                    <a:pt x="0" y="842"/>
                    <a:pt x="0" y="1880"/>
                  </a:cubicBezTo>
                  <a:cubicBezTo>
                    <a:pt x="0" y="2919"/>
                    <a:pt x="844" y="3760"/>
                    <a:pt x="1881" y="3760"/>
                  </a:cubicBezTo>
                  <a:cubicBezTo>
                    <a:pt x="2919" y="3760"/>
                    <a:pt x="3761" y="2918"/>
                    <a:pt x="3761" y="1880"/>
                  </a:cubicBezTo>
                  <a:cubicBezTo>
                    <a:pt x="3761" y="843"/>
                    <a:pt x="2920" y="0"/>
                    <a:pt x="18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5487426" y="4400818"/>
              <a:ext cx="1340786" cy="942841"/>
            </a:xfrm>
            <a:custGeom>
              <a:avLst/>
              <a:gdLst/>
              <a:ahLst/>
              <a:cxnLst/>
              <a:rect l="l" t="t" r="r" b="b"/>
              <a:pathLst>
                <a:path w="20517" h="14427" extrusionOk="0">
                  <a:moveTo>
                    <a:pt x="15671" y="1"/>
                  </a:moveTo>
                  <a:cubicBezTo>
                    <a:pt x="15389" y="1"/>
                    <a:pt x="15121" y="115"/>
                    <a:pt x="14925" y="318"/>
                  </a:cubicBezTo>
                  <a:lnTo>
                    <a:pt x="12578" y="2781"/>
                  </a:lnTo>
                  <a:lnTo>
                    <a:pt x="10160" y="4475"/>
                  </a:lnTo>
                  <a:lnTo>
                    <a:pt x="10575" y="1553"/>
                  </a:lnTo>
                  <a:cubicBezTo>
                    <a:pt x="10575" y="1552"/>
                    <a:pt x="6430" y="509"/>
                    <a:pt x="5348" y="509"/>
                  </a:cubicBezTo>
                  <a:cubicBezTo>
                    <a:pt x="5301" y="509"/>
                    <a:pt x="5260" y="511"/>
                    <a:pt x="5225" y="515"/>
                  </a:cubicBezTo>
                  <a:cubicBezTo>
                    <a:pt x="5225" y="515"/>
                    <a:pt x="1" y="9853"/>
                    <a:pt x="4187" y="13606"/>
                  </a:cubicBezTo>
                  <a:cubicBezTo>
                    <a:pt x="4829" y="14180"/>
                    <a:pt x="5500" y="14426"/>
                    <a:pt x="6178" y="14426"/>
                  </a:cubicBezTo>
                  <a:cubicBezTo>
                    <a:pt x="9923" y="14426"/>
                    <a:pt x="13863" y="6920"/>
                    <a:pt x="13985" y="5972"/>
                  </a:cubicBezTo>
                  <a:cubicBezTo>
                    <a:pt x="13985" y="5972"/>
                    <a:pt x="14346" y="6032"/>
                    <a:pt x="14771" y="6032"/>
                  </a:cubicBezTo>
                  <a:cubicBezTo>
                    <a:pt x="15251" y="6032"/>
                    <a:pt x="15813" y="5956"/>
                    <a:pt x="16023" y="5630"/>
                  </a:cubicBezTo>
                  <a:cubicBezTo>
                    <a:pt x="16023" y="5630"/>
                    <a:pt x="17496" y="6141"/>
                    <a:pt x="18153" y="6141"/>
                  </a:cubicBezTo>
                  <a:cubicBezTo>
                    <a:pt x="18277" y="6141"/>
                    <a:pt x="18371" y="6123"/>
                    <a:pt x="18422" y="6081"/>
                  </a:cubicBezTo>
                  <a:cubicBezTo>
                    <a:pt x="18747" y="5809"/>
                    <a:pt x="16636" y="4619"/>
                    <a:pt x="16636" y="4619"/>
                  </a:cubicBezTo>
                  <a:lnTo>
                    <a:pt x="16636" y="4619"/>
                  </a:lnTo>
                  <a:cubicBezTo>
                    <a:pt x="16636" y="4619"/>
                    <a:pt x="18068" y="4977"/>
                    <a:pt x="18892" y="4977"/>
                  </a:cubicBezTo>
                  <a:cubicBezTo>
                    <a:pt x="19193" y="4977"/>
                    <a:pt x="19412" y="4929"/>
                    <a:pt x="19451" y="4798"/>
                  </a:cubicBezTo>
                  <a:cubicBezTo>
                    <a:pt x="19583" y="4356"/>
                    <a:pt x="18585" y="3986"/>
                    <a:pt x="18585" y="3986"/>
                  </a:cubicBezTo>
                  <a:lnTo>
                    <a:pt x="18585" y="3986"/>
                  </a:lnTo>
                  <a:cubicBezTo>
                    <a:pt x="18585" y="3986"/>
                    <a:pt x="18970" y="4040"/>
                    <a:pt x="19379" y="4040"/>
                  </a:cubicBezTo>
                  <a:cubicBezTo>
                    <a:pt x="19787" y="4040"/>
                    <a:pt x="20219" y="3986"/>
                    <a:pt x="20318" y="3769"/>
                  </a:cubicBezTo>
                  <a:cubicBezTo>
                    <a:pt x="20517" y="3336"/>
                    <a:pt x="19541" y="3228"/>
                    <a:pt x="18966" y="2904"/>
                  </a:cubicBezTo>
                  <a:cubicBezTo>
                    <a:pt x="18387" y="2580"/>
                    <a:pt x="16891" y="1587"/>
                    <a:pt x="16169" y="1515"/>
                  </a:cubicBezTo>
                  <a:cubicBezTo>
                    <a:pt x="16169" y="1515"/>
                    <a:pt x="16926" y="1301"/>
                    <a:pt x="17785" y="1301"/>
                  </a:cubicBezTo>
                  <a:cubicBezTo>
                    <a:pt x="18098" y="1301"/>
                    <a:pt x="18424" y="1329"/>
                    <a:pt x="18732" y="1406"/>
                  </a:cubicBezTo>
                  <a:cubicBezTo>
                    <a:pt x="18732" y="1406"/>
                    <a:pt x="19145" y="1517"/>
                    <a:pt x="19533" y="1517"/>
                  </a:cubicBezTo>
                  <a:cubicBezTo>
                    <a:pt x="19751" y="1517"/>
                    <a:pt x="19961" y="1482"/>
                    <a:pt x="20084" y="1372"/>
                  </a:cubicBezTo>
                  <a:cubicBezTo>
                    <a:pt x="20428" y="1064"/>
                    <a:pt x="18461" y="1"/>
                    <a:pt x="16763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4"/>
            <p:cNvSpPr/>
            <p:nvPr/>
          </p:nvSpPr>
          <p:spPr>
            <a:xfrm>
              <a:off x="5588515" y="4434098"/>
              <a:ext cx="599390" cy="729334"/>
            </a:xfrm>
            <a:custGeom>
              <a:avLst/>
              <a:gdLst/>
              <a:ahLst/>
              <a:cxnLst/>
              <a:rect l="l" t="t" r="r" b="b"/>
              <a:pathLst>
                <a:path w="9172" h="11160" extrusionOk="0">
                  <a:moveTo>
                    <a:pt x="3944" y="1"/>
                  </a:moveTo>
                  <a:cubicBezTo>
                    <a:pt x="3897" y="1"/>
                    <a:pt x="3856" y="3"/>
                    <a:pt x="3821" y="7"/>
                  </a:cubicBezTo>
                  <a:cubicBezTo>
                    <a:pt x="3821" y="7"/>
                    <a:pt x="1" y="6834"/>
                    <a:pt x="1511" y="11159"/>
                  </a:cubicBezTo>
                  <a:cubicBezTo>
                    <a:pt x="1427" y="6822"/>
                    <a:pt x="8756" y="3965"/>
                    <a:pt x="8756" y="3965"/>
                  </a:cubicBezTo>
                  <a:lnTo>
                    <a:pt x="9171" y="1043"/>
                  </a:lnTo>
                  <a:cubicBezTo>
                    <a:pt x="9171" y="1043"/>
                    <a:pt x="5026" y="1"/>
                    <a:pt x="3944" y="1"/>
                  </a:cubicBezTo>
                  <a:close/>
                </a:path>
              </a:pathLst>
            </a:custGeom>
            <a:solidFill>
              <a:srgbClr val="502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D1D8D7B-67CF-77BD-473E-E716FC3BFF69}"/>
              </a:ext>
            </a:extLst>
          </p:cNvPr>
          <p:cNvSpPr txBox="1"/>
          <p:nvPr/>
        </p:nvSpPr>
        <p:spPr>
          <a:xfrm>
            <a:off x="3910567" y="4611487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naheim" panose="020B0604020202020204" charset="0"/>
              </a:rPr>
              <a:t>Calculatoare</a:t>
            </a:r>
            <a:r>
              <a:rPr lang="en-US" dirty="0">
                <a:latin typeface="Anaheim" panose="020B0604020202020204" charset="0"/>
              </a:rPr>
              <a:t>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3036514" y="361281"/>
            <a:ext cx="6355825" cy="38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 err="1"/>
              <a:t>Introducere</a:t>
            </a:r>
            <a:endParaRPr lang="en-US" b="1" dirty="0"/>
          </a:p>
        </p:txBody>
      </p:sp>
      <p:grpSp>
        <p:nvGrpSpPr>
          <p:cNvPr id="145" name="Google Shape;145;p17"/>
          <p:cNvGrpSpPr/>
          <p:nvPr/>
        </p:nvGrpSpPr>
        <p:grpSpPr>
          <a:xfrm>
            <a:off x="1206795" y="1053101"/>
            <a:ext cx="6730410" cy="3678933"/>
            <a:chOff x="1206795" y="1053101"/>
            <a:chExt cx="6730410" cy="3678933"/>
          </a:xfrm>
        </p:grpSpPr>
        <p:grpSp>
          <p:nvGrpSpPr>
            <p:cNvPr id="146" name="Google Shape;146;p17"/>
            <p:cNvGrpSpPr/>
            <p:nvPr/>
          </p:nvGrpSpPr>
          <p:grpSpPr>
            <a:xfrm>
              <a:off x="1206795" y="1053101"/>
              <a:ext cx="1737857" cy="3678933"/>
              <a:chOff x="1206795" y="1053101"/>
              <a:chExt cx="1737857" cy="3678933"/>
            </a:xfrm>
          </p:grpSpPr>
          <p:sp>
            <p:nvSpPr>
              <p:cNvPr id="147" name="Google Shape;147;p17"/>
              <p:cNvSpPr/>
              <p:nvPr/>
            </p:nvSpPr>
            <p:spPr>
              <a:xfrm>
                <a:off x="1206795" y="1053101"/>
                <a:ext cx="1737857" cy="3678933"/>
              </a:xfrm>
              <a:custGeom>
                <a:avLst/>
                <a:gdLst/>
                <a:ahLst/>
                <a:cxnLst/>
                <a:rect l="l" t="t" r="r" b="b"/>
                <a:pathLst>
                  <a:path w="6911" h="14630" extrusionOk="0">
                    <a:moveTo>
                      <a:pt x="1048" y="1"/>
                    </a:moveTo>
                    <a:cubicBezTo>
                      <a:pt x="470" y="1"/>
                      <a:pt x="0" y="471"/>
                      <a:pt x="0" y="1054"/>
                    </a:cubicBezTo>
                    <a:lnTo>
                      <a:pt x="0" y="13581"/>
                    </a:lnTo>
                    <a:cubicBezTo>
                      <a:pt x="0" y="14159"/>
                      <a:pt x="470" y="14629"/>
                      <a:pt x="1048" y="14629"/>
                    </a:cubicBezTo>
                    <a:lnTo>
                      <a:pt x="5862" y="14629"/>
                    </a:lnTo>
                    <a:cubicBezTo>
                      <a:pt x="6440" y="14629"/>
                      <a:pt x="6911" y="14159"/>
                      <a:pt x="6911" y="13581"/>
                    </a:cubicBezTo>
                    <a:lnTo>
                      <a:pt x="6911" y="1054"/>
                    </a:lnTo>
                    <a:cubicBezTo>
                      <a:pt x="6911" y="471"/>
                      <a:pt x="6440" y="1"/>
                      <a:pt x="5862" y="1"/>
                    </a:cubicBezTo>
                    <a:close/>
                  </a:path>
                </a:pathLst>
              </a:custGeom>
              <a:solidFill>
                <a:srgbClr val="3D47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7"/>
              <p:cNvSpPr/>
              <p:nvPr/>
            </p:nvSpPr>
            <p:spPr>
              <a:xfrm>
                <a:off x="1920947" y="1306828"/>
                <a:ext cx="304521" cy="74182"/>
              </a:xfrm>
              <a:custGeom>
                <a:avLst/>
                <a:gdLst/>
                <a:ahLst/>
                <a:cxnLst/>
                <a:rect l="l" t="t" r="r" b="b"/>
                <a:pathLst>
                  <a:path w="1211" h="295" extrusionOk="0">
                    <a:moveTo>
                      <a:pt x="148" y="1"/>
                    </a:moveTo>
                    <a:cubicBezTo>
                      <a:pt x="64" y="1"/>
                      <a:pt x="1" y="69"/>
                      <a:pt x="1" y="148"/>
                    </a:cubicBezTo>
                    <a:cubicBezTo>
                      <a:pt x="1" y="231"/>
                      <a:pt x="64" y="295"/>
                      <a:pt x="148" y="295"/>
                    </a:cubicBezTo>
                    <a:lnTo>
                      <a:pt x="1063" y="295"/>
                    </a:lnTo>
                    <a:cubicBezTo>
                      <a:pt x="1142" y="295"/>
                      <a:pt x="1210" y="231"/>
                      <a:pt x="1210" y="148"/>
                    </a:cubicBezTo>
                    <a:cubicBezTo>
                      <a:pt x="1210" y="69"/>
                      <a:pt x="1142" y="1"/>
                      <a:pt x="1063" y="1"/>
                    </a:cubicBezTo>
                    <a:close/>
                  </a:path>
                </a:pathLst>
              </a:custGeom>
              <a:solidFill>
                <a:srgbClr val="5F69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7"/>
              <p:cNvSpPr/>
              <p:nvPr/>
            </p:nvSpPr>
            <p:spPr>
              <a:xfrm>
                <a:off x="1879207" y="4438554"/>
                <a:ext cx="388007" cy="109890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437" extrusionOk="0">
                    <a:moveTo>
                      <a:pt x="186" y="1"/>
                    </a:moveTo>
                    <a:cubicBezTo>
                      <a:pt x="83" y="1"/>
                      <a:pt x="0" y="99"/>
                      <a:pt x="0" y="221"/>
                    </a:cubicBezTo>
                    <a:cubicBezTo>
                      <a:pt x="0" y="339"/>
                      <a:pt x="83" y="437"/>
                      <a:pt x="186" y="437"/>
                    </a:cubicBezTo>
                    <a:lnTo>
                      <a:pt x="1352" y="437"/>
                    </a:lnTo>
                    <a:cubicBezTo>
                      <a:pt x="1455" y="437"/>
                      <a:pt x="1543" y="339"/>
                      <a:pt x="1543" y="221"/>
                    </a:cubicBezTo>
                    <a:cubicBezTo>
                      <a:pt x="1543" y="99"/>
                      <a:pt x="1455" y="1"/>
                      <a:pt x="1352" y="1"/>
                    </a:cubicBezTo>
                    <a:close/>
                  </a:path>
                </a:pathLst>
              </a:custGeom>
              <a:solidFill>
                <a:srgbClr val="5F69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" name="Google Shape;150;p17"/>
            <p:cNvGrpSpPr/>
            <p:nvPr/>
          </p:nvGrpSpPr>
          <p:grpSpPr>
            <a:xfrm>
              <a:off x="1315175" y="1555776"/>
              <a:ext cx="6601152" cy="668897"/>
              <a:chOff x="1315175" y="1555776"/>
              <a:chExt cx="6601152" cy="668897"/>
            </a:xfrm>
          </p:grpSpPr>
          <p:sp>
            <p:nvSpPr>
              <p:cNvPr id="151" name="Google Shape;151;p17"/>
              <p:cNvSpPr/>
              <p:nvPr/>
            </p:nvSpPr>
            <p:spPr>
              <a:xfrm>
                <a:off x="2944403" y="1555776"/>
                <a:ext cx="1050862" cy="668897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660" extrusionOk="0">
                    <a:moveTo>
                      <a:pt x="1" y="0"/>
                    </a:moveTo>
                    <a:lnTo>
                      <a:pt x="1" y="2659"/>
                    </a:lnTo>
                    <a:lnTo>
                      <a:pt x="2963" y="2659"/>
                    </a:lnTo>
                    <a:lnTo>
                      <a:pt x="4178" y="1332"/>
                    </a:lnTo>
                    <a:lnTo>
                      <a:pt x="29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7"/>
              <p:cNvSpPr/>
              <p:nvPr/>
            </p:nvSpPr>
            <p:spPr>
              <a:xfrm>
                <a:off x="1315175" y="1555776"/>
                <a:ext cx="1515062" cy="668897"/>
              </a:xfrm>
              <a:custGeom>
                <a:avLst/>
                <a:gdLst/>
                <a:ahLst/>
                <a:cxnLst/>
                <a:rect l="l" t="t" r="r" b="b"/>
                <a:pathLst>
                  <a:path w="6025" h="2660" extrusionOk="0">
                    <a:moveTo>
                      <a:pt x="0" y="0"/>
                    </a:moveTo>
                    <a:lnTo>
                      <a:pt x="0" y="2659"/>
                    </a:lnTo>
                    <a:lnTo>
                      <a:pt x="6024" y="2659"/>
                    </a:lnTo>
                    <a:lnTo>
                      <a:pt x="60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Sursa</a:t>
                </a:r>
                <a:endParaRPr sz="20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53" name="Google Shape;153;p17"/>
              <p:cNvSpPr/>
              <p:nvPr/>
            </p:nvSpPr>
            <p:spPr>
              <a:xfrm>
                <a:off x="3204165" y="1631970"/>
                <a:ext cx="523796" cy="524807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087" extrusionOk="0">
                    <a:moveTo>
                      <a:pt x="1044" y="1"/>
                    </a:moveTo>
                    <a:cubicBezTo>
                      <a:pt x="466" y="1"/>
                      <a:pt x="1" y="466"/>
                      <a:pt x="1" y="1044"/>
                    </a:cubicBezTo>
                    <a:cubicBezTo>
                      <a:pt x="1" y="1617"/>
                      <a:pt x="466" y="2087"/>
                      <a:pt x="1044" y="2087"/>
                    </a:cubicBezTo>
                    <a:cubicBezTo>
                      <a:pt x="1617" y="2087"/>
                      <a:pt x="2082" y="1617"/>
                      <a:pt x="2082" y="1044"/>
                    </a:cubicBezTo>
                    <a:cubicBezTo>
                      <a:pt x="2082" y="466"/>
                      <a:pt x="1617" y="1"/>
                      <a:pt x="10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4512527" y="1617825"/>
                <a:ext cx="3403800" cy="5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Kaggle</a:t>
                </a: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55" name="Google Shape;155;p17"/>
            <p:cNvGrpSpPr/>
            <p:nvPr/>
          </p:nvGrpSpPr>
          <p:grpSpPr>
            <a:xfrm>
              <a:off x="1315175" y="3560945"/>
              <a:ext cx="6622030" cy="668897"/>
              <a:chOff x="1315175" y="3560945"/>
              <a:chExt cx="6622030" cy="668897"/>
            </a:xfrm>
          </p:grpSpPr>
          <p:sp>
            <p:nvSpPr>
              <p:cNvPr id="156" name="Google Shape;156;p17"/>
              <p:cNvSpPr/>
              <p:nvPr/>
            </p:nvSpPr>
            <p:spPr>
              <a:xfrm>
                <a:off x="2944403" y="3560945"/>
                <a:ext cx="1050862" cy="668897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660" extrusionOk="0">
                    <a:moveTo>
                      <a:pt x="1" y="0"/>
                    </a:moveTo>
                    <a:lnTo>
                      <a:pt x="1" y="2659"/>
                    </a:lnTo>
                    <a:lnTo>
                      <a:pt x="2963" y="2659"/>
                    </a:lnTo>
                    <a:lnTo>
                      <a:pt x="4178" y="1332"/>
                    </a:lnTo>
                    <a:lnTo>
                      <a:pt x="29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7"/>
              <p:cNvSpPr/>
              <p:nvPr/>
            </p:nvSpPr>
            <p:spPr>
              <a:xfrm>
                <a:off x="1315175" y="3560945"/>
                <a:ext cx="1515062" cy="668897"/>
              </a:xfrm>
              <a:custGeom>
                <a:avLst/>
                <a:gdLst/>
                <a:ahLst/>
                <a:cxnLst/>
                <a:rect l="l" t="t" r="r" b="b"/>
                <a:pathLst>
                  <a:path w="6025" h="2660" extrusionOk="0">
                    <a:moveTo>
                      <a:pt x="0" y="0"/>
                    </a:moveTo>
                    <a:lnTo>
                      <a:pt x="0" y="2659"/>
                    </a:lnTo>
                    <a:lnTo>
                      <a:pt x="6024" y="2659"/>
                    </a:lnTo>
                    <a:lnTo>
                      <a:pt x="602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000" dirty="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Efecte</a:t>
                </a:r>
                <a:endParaRPr dirty="0"/>
              </a:p>
            </p:txBody>
          </p:sp>
          <p:sp>
            <p:nvSpPr>
              <p:cNvPr id="158" name="Google Shape;158;p17"/>
              <p:cNvSpPr/>
              <p:nvPr/>
            </p:nvSpPr>
            <p:spPr>
              <a:xfrm>
                <a:off x="3204165" y="3633367"/>
                <a:ext cx="523796" cy="523802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083" extrusionOk="0">
                    <a:moveTo>
                      <a:pt x="1044" y="1"/>
                    </a:moveTo>
                    <a:cubicBezTo>
                      <a:pt x="466" y="1"/>
                      <a:pt x="1" y="466"/>
                      <a:pt x="1" y="1044"/>
                    </a:cubicBezTo>
                    <a:cubicBezTo>
                      <a:pt x="1" y="1617"/>
                      <a:pt x="466" y="2082"/>
                      <a:pt x="1044" y="2082"/>
                    </a:cubicBezTo>
                    <a:cubicBezTo>
                      <a:pt x="1617" y="2082"/>
                      <a:pt x="2082" y="1617"/>
                      <a:pt x="2082" y="1044"/>
                    </a:cubicBezTo>
                    <a:cubicBezTo>
                      <a:pt x="2082" y="466"/>
                      <a:pt x="1617" y="1"/>
                      <a:pt x="10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4533405" y="3623000"/>
                <a:ext cx="3403800" cy="5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71450" lvl="0" indent="-1714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" sz="12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Stresul și degradarea somnului</a:t>
                </a: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60" name="Google Shape;160;p17"/>
            <p:cNvGrpSpPr/>
            <p:nvPr/>
          </p:nvGrpSpPr>
          <p:grpSpPr>
            <a:xfrm>
              <a:off x="1315175" y="2224668"/>
              <a:ext cx="6622030" cy="668897"/>
              <a:chOff x="1315175" y="2224668"/>
              <a:chExt cx="6622030" cy="668897"/>
            </a:xfrm>
          </p:grpSpPr>
          <p:sp>
            <p:nvSpPr>
              <p:cNvPr id="161" name="Google Shape;161;p17"/>
              <p:cNvSpPr/>
              <p:nvPr/>
            </p:nvSpPr>
            <p:spPr>
              <a:xfrm>
                <a:off x="2944403" y="2224668"/>
                <a:ext cx="1050862" cy="668897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660" extrusionOk="0">
                    <a:moveTo>
                      <a:pt x="1" y="0"/>
                    </a:moveTo>
                    <a:lnTo>
                      <a:pt x="1" y="2660"/>
                    </a:lnTo>
                    <a:lnTo>
                      <a:pt x="2963" y="2660"/>
                    </a:lnTo>
                    <a:lnTo>
                      <a:pt x="4178" y="1328"/>
                    </a:lnTo>
                    <a:lnTo>
                      <a:pt x="29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1315175" y="2224668"/>
                <a:ext cx="1515062" cy="668897"/>
              </a:xfrm>
              <a:custGeom>
                <a:avLst/>
                <a:gdLst/>
                <a:ahLst/>
                <a:cxnLst/>
                <a:rect l="l" t="t" r="r" b="b"/>
                <a:pathLst>
                  <a:path w="6025" h="2660" extrusionOk="0">
                    <a:moveTo>
                      <a:pt x="0" y="0"/>
                    </a:moveTo>
                    <a:lnTo>
                      <a:pt x="0" y="2660"/>
                    </a:lnTo>
                    <a:lnTo>
                      <a:pt x="6024" y="2660"/>
                    </a:lnTo>
                    <a:lnTo>
                      <a:pt x="602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>
                  <a:buClr>
                    <a:schemeClr val="dk1"/>
                  </a:buClr>
                  <a:buSzPts val="1100"/>
                </a:pPr>
                <a:r>
                  <a:rPr lang="en" sz="2000" dirty="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Tema</a:t>
                </a:r>
                <a:endParaRPr dirty="0"/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3204165" y="2299856"/>
                <a:ext cx="523796" cy="523550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082" extrusionOk="0">
                    <a:moveTo>
                      <a:pt x="1044" y="0"/>
                    </a:moveTo>
                    <a:cubicBezTo>
                      <a:pt x="466" y="0"/>
                      <a:pt x="1" y="465"/>
                      <a:pt x="1" y="1043"/>
                    </a:cubicBezTo>
                    <a:cubicBezTo>
                      <a:pt x="1" y="1616"/>
                      <a:pt x="466" y="2081"/>
                      <a:pt x="1044" y="2081"/>
                    </a:cubicBezTo>
                    <a:cubicBezTo>
                      <a:pt x="1617" y="2081"/>
                      <a:pt x="2082" y="1616"/>
                      <a:pt x="2082" y="1043"/>
                    </a:cubicBezTo>
                    <a:cubicBezTo>
                      <a:pt x="2082" y="465"/>
                      <a:pt x="1617" y="0"/>
                      <a:pt x="10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4533405" y="2286719"/>
                <a:ext cx="3403800" cy="5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1200" dirty="0"/>
                  <a:t>Analizarea adicției față de smartphone</a:t>
                </a: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65" name="Google Shape;165;p17"/>
            <p:cNvGrpSpPr/>
            <p:nvPr/>
          </p:nvGrpSpPr>
          <p:grpSpPr>
            <a:xfrm>
              <a:off x="1315175" y="2893309"/>
              <a:ext cx="6601152" cy="667891"/>
              <a:chOff x="1315175" y="2893309"/>
              <a:chExt cx="6601152" cy="667891"/>
            </a:xfrm>
          </p:grpSpPr>
          <p:sp>
            <p:nvSpPr>
              <p:cNvPr id="166" name="Google Shape;166;p17"/>
              <p:cNvSpPr/>
              <p:nvPr/>
            </p:nvSpPr>
            <p:spPr>
              <a:xfrm>
                <a:off x="2944403" y="2893309"/>
                <a:ext cx="1050862" cy="667891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656" extrusionOk="0">
                    <a:moveTo>
                      <a:pt x="1" y="1"/>
                    </a:moveTo>
                    <a:lnTo>
                      <a:pt x="1" y="2655"/>
                    </a:lnTo>
                    <a:lnTo>
                      <a:pt x="2963" y="2655"/>
                    </a:lnTo>
                    <a:lnTo>
                      <a:pt x="4178" y="1328"/>
                    </a:lnTo>
                    <a:lnTo>
                      <a:pt x="29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1315175" y="2893309"/>
                <a:ext cx="1515062" cy="667891"/>
              </a:xfrm>
              <a:custGeom>
                <a:avLst/>
                <a:gdLst/>
                <a:ahLst/>
                <a:cxnLst/>
                <a:rect l="l" t="t" r="r" b="b"/>
                <a:pathLst>
                  <a:path w="6025" h="2656" extrusionOk="0">
                    <a:moveTo>
                      <a:pt x="0" y="1"/>
                    </a:moveTo>
                    <a:lnTo>
                      <a:pt x="0" y="2655"/>
                    </a:lnTo>
                    <a:lnTo>
                      <a:pt x="6024" y="2655"/>
                    </a:lnTo>
                    <a:lnTo>
                      <a:pt x="602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000" dirty="0">
                    <a:solidFill>
                      <a:schemeClr val="l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Motivație</a:t>
                </a:r>
                <a:endParaRPr dirty="0"/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3204165" y="2965982"/>
                <a:ext cx="523796" cy="524807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087" extrusionOk="0">
                    <a:moveTo>
                      <a:pt x="1044" y="1"/>
                    </a:moveTo>
                    <a:cubicBezTo>
                      <a:pt x="466" y="1"/>
                      <a:pt x="1" y="471"/>
                      <a:pt x="1" y="1044"/>
                    </a:cubicBezTo>
                    <a:cubicBezTo>
                      <a:pt x="1" y="1622"/>
                      <a:pt x="466" y="2087"/>
                      <a:pt x="1044" y="2087"/>
                    </a:cubicBezTo>
                    <a:cubicBezTo>
                      <a:pt x="1617" y="2087"/>
                      <a:pt x="2082" y="1622"/>
                      <a:pt x="2082" y="1044"/>
                    </a:cubicBezTo>
                    <a:cubicBezTo>
                      <a:pt x="2082" y="471"/>
                      <a:pt x="1617" y="1"/>
                      <a:pt x="10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4512527" y="2954859"/>
                <a:ext cx="3403800" cy="5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1200" dirty="0"/>
                  <a:t>Aproape 60% din populația globului</a:t>
                </a:r>
                <a:endParaRPr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70" name="Google Shape;170;p17"/>
            <p:cNvGrpSpPr/>
            <p:nvPr/>
          </p:nvGrpSpPr>
          <p:grpSpPr>
            <a:xfrm>
              <a:off x="3292493" y="1739800"/>
              <a:ext cx="347139" cy="309148"/>
              <a:chOff x="4355125" y="3268113"/>
              <a:chExt cx="434250" cy="386725"/>
            </a:xfrm>
          </p:grpSpPr>
          <p:sp>
            <p:nvSpPr>
              <p:cNvPr id="171" name="Google Shape;171;p17"/>
              <p:cNvSpPr/>
              <p:nvPr/>
            </p:nvSpPr>
            <p:spPr>
              <a:xfrm>
                <a:off x="4355125" y="3268113"/>
                <a:ext cx="434250" cy="101500"/>
              </a:xfrm>
              <a:custGeom>
                <a:avLst/>
                <a:gdLst/>
                <a:ahLst/>
                <a:cxnLst/>
                <a:rect l="l" t="t" r="r" b="b"/>
                <a:pathLst>
                  <a:path w="17370" h="4060" extrusionOk="0">
                    <a:moveTo>
                      <a:pt x="8688" y="0"/>
                    </a:moveTo>
                    <a:cubicBezTo>
                      <a:pt x="5694" y="0"/>
                      <a:pt x="2760" y="1065"/>
                      <a:pt x="449" y="2994"/>
                    </a:cubicBezTo>
                    <a:cubicBezTo>
                      <a:pt x="1" y="3411"/>
                      <a:pt x="383" y="4058"/>
                      <a:pt x="862" y="4058"/>
                    </a:cubicBezTo>
                    <a:cubicBezTo>
                      <a:pt x="983" y="4058"/>
                      <a:pt x="1111" y="4016"/>
                      <a:pt x="1233" y="3919"/>
                    </a:cubicBezTo>
                    <a:cubicBezTo>
                      <a:pt x="3393" y="2120"/>
                      <a:pt x="6041" y="1221"/>
                      <a:pt x="8688" y="1221"/>
                    </a:cubicBezTo>
                    <a:cubicBezTo>
                      <a:pt x="11336" y="1221"/>
                      <a:pt x="13983" y="2120"/>
                      <a:pt x="16144" y="3919"/>
                    </a:cubicBezTo>
                    <a:cubicBezTo>
                      <a:pt x="16264" y="4019"/>
                      <a:pt x="16405" y="4059"/>
                      <a:pt x="16545" y="4059"/>
                    </a:cubicBezTo>
                    <a:cubicBezTo>
                      <a:pt x="17108" y="4059"/>
                      <a:pt x="17369" y="3356"/>
                      <a:pt x="16927" y="2994"/>
                    </a:cubicBezTo>
                    <a:cubicBezTo>
                      <a:pt x="14616" y="1065"/>
                      <a:pt x="11703" y="0"/>
                      <a:pt x="86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4400000" y="3351488"/>
                <a:ext cx="34970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3988" h="3744" extrusionOk="0">
                    <a:moveTo>
                      <a:pt x="6970" y="1"/>
                    </a:moveTo>
                    <a:cubicBezTo>
                      <a:pt x="6944" y="1"/>
                      <a:pt x="6919" y="1"/>
                      <a:pt x="6893" y="1"/>
                    </a:cubicBezTo>
                    <a:cubicBezTo>
                      <a:pt x="6869" y="1"/>
                      <a:pt x="6844" y="1"/>
                      <a:pt x="6819" y="1"/>
                    </a:cubicBezTo>
                    <a:cubicBezTo>
                      <a:pt x="4374" y="1"/>
                      <a:pt x="2012" y="983"/>
                      <a:pt x="242" y="2714"/>
                    </a:cubicBezTo>
                    <a:cubicBezTo>
                      <a:pt x="1" y="2935"/>
                      <a:pt x="1" y="3337"/>
                      <a:pt x="242" y="3578"/>
                    </a:cubicBezTo>
                    <a:cubicBezTo>
                      <a:pt x="362" y="3688"/>
                      <a:pt x="518" y="3744"/>
                      <a:pt x="674" y="3744"/>
                    </a:cubicBezTo>
                    <a:cubicBezTo>
                      <a:pt x="830" y="3744"/>
                      <a:pt x="985" y="3688"/>
                      <a:pt x="1106" y="3578"/>
                    </a:cubicBezTo>
                    <a:cubicBezTo>
                      <a:pt x="2714" y="1990"/>
                      <a:pt x="4808" y="1197"/>
                      <a:pt x="6903" y="1197"/>
                    </a:cubicBezTo>
                    <a:cubicBezTo>
                      <a:pt x="8998" y="1197"/>
                      <a:pt x="11093" y="1990"/>
                      <a:pt x="12701" y="3578"/>
                    </a:cubicBezTo>
                    <a:cubicBezTo>
                      <a:pt x="12829" y="3693"/>
                      <a:pt x="12969" y="3742"/>
                      <a:pt x="13104" y="3742"/>
                    </a:cubicBezTo>
                    <a:cubicBezTo>
                      <a:pt x="13580" y="3742"/>
                      <a:pt x="13988" y="3132"/>
                      <a:pt x="13565" y="2694"/>
                    </a:cubicBezTo>
                    <a:cubicBezTo>
                      <a:pt x="11795" y="963"/>
                      <a:pt x="9434" y="1"/>
                      <a:pt x="69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4438950" y="3434388"/>
                <a:ext cx="267525" cy="88950"/>
              </a:xfrm>
              <a:custGeom>
                <a:avLst/>
                <a:gdLst/>
                <a:ahLst/>
                <a:cxnLst/>
                <a:rect l="l" t="t" r="r" b="b"/>
                <a:pathLst>
                  <a:path w="10701" h="3558" extrusionOk="0">
                    <a:moveTo>
                      <a:pt x="5335" y="1"/>
                    </a:moveTo>
                    <a:cubicBezTo>
                      <a:pt x="3346" y="1"/>
                      <a:pt x="1457" y="965"/>
                      <a:pt x="291" y="2593"/>
                    </a:cubicBezTo>
                    <a:cubicBezTo>
                      <a:pt x="0" y="3059"/>
                      <a:pt x="395" y="3524"/>
                      <a:pt x="817" y="3524"/>
                    </a:cubicBezTo>
                    <a:cubicBezTo>
                      <a:pt x="978" y="3524"/>
                      <a:pt x="1143" y="3457"/>
                      <a:pt x="1276" y="3296"/>
                    </a:cubicBezTo>
                    <a:cubicBezTo>
                      <a:pt x="2271" y="1910"/>
                      <a:pt x="3803" y="1216"/>
                      <a:pt x="5335" y="1216"/>
                    </a:cubicBezTo>
                    <a:cubicBezTo>
                      <a:pt x="6868" y="1216"/>
                      <a:pt x="8400" y="1910"/>
                      <a:pt x="9394" y="3296"/>
                    </a:cubicBezTo>
                    <a:cubicBezTo>
                      <a:pt x="9515" y="3457"/>
                      <a:pt x="9696" y="3557"/>
                      <a:pt x="9897" y="3557"/>
                    </a:cubicBezTo>
                    <a:cubicBezTo>
                      <a:pt x="10399" y="3557"/>
                      <a:pt x="10701" y="2995"/>
                      <a:pt x="10399" y="2593"/>
                    </a:cubicBezTo>
                    <a:cubicBezTo>
                      <a:pt x="9234" y="965"/>
                      <a:pt x="7345" y="1"/>
                      <a:pt x="53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4485900" y="3524813"/>
                <a:ext cx="151250" cy="130025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5201" extrusionOk="0">
                    <a:moveTo>
                      <a:pt x="3457" y="1"/>
                    </a:moveTo>
                    <a:cubicBezTo>
                      <a:pt x="1146" y="1"/>
                      <a:pt x="1" y="2794"/>
                      <a:pt x="1629" y="4442"/>
                    </a:cubicBezTo>
                    <a:cubicBezTo>
                      <a:pt x="2153" y="4966"/>
                      <a:pt x="2798" y="5200"/>
                      <a:pt x="3431" y="5200"/>
                    </a:cubicBezTo>
                    <a:cubicBezTo>
                      <a:pt x="4765" y="5200"/>
                      <a:pt x="6050" y="4160"/>
                      <a:pt x="6050" y="2593"/>
                    </a:cubicBezTo>
                    <a:cubicBezTo>
                      <a:pt x="6050" y="1166"/>
                      <a:pt x="4884" y="21"/>
                      <a:pt x="3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" name="Google Shape;175;p17"/>
            <p:cNvGrpSpPr/>
            <p:nvPr/>
          </p:nvGrpSpPr>
          <p:grpSpPr>
            <a:xfrm>
              <a:off x="3310068" y="3756944"/>
              <a:ext cx="311989" cy="276647"/>
              <a:chOff x="4646563" y="2954300"/>
              <a:chExt cx="377300" cy="334600"/>
            </a:xfrm>
          </p:grpSpPr>
          <p:sp>
            <p:nvSpPr>
              <p:cNvPr id="176" name="Google Shape;176;p17"/>
              <p:cNvSpPr/>
              <p:nvPr/>
            </p:nvSpPr>
            <p:spPr>
              <a:xfrm>
                <a:off x="4646563" y="3245675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0" y="0"/>
                    </a:moveTo>
                    <a:lnTo>
                      <a:pt x="0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7"/>
              <p:cNvSpPr/>
              <p:nvPr/>
            </p:nvSpPr>
            <p:spPr>
              <a:xfrm>
                <a:off x="4745538" y="3245675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0" y="0"/>
                    </a:moveTo>
                    <a:lnTo>
                      <a:pt x="0" y="1728"/>
                    </a:lnTo>
                    <a:lnTo>
                      <a:pt x="3215" y="1728"/>
                    </a:lnTo>
                    <a:lnTo>
                      <a:pt x="321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7"/>
              <p:cNvSpPr/>
              <p:nvPr/>
            </p:nvSpPr>
            <p:spPr>
              <a:xfrm>
                <a:off x="4844488" y="3245675"/>
                <a:ext cx="80425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7"/>
              <p:cNvSpPr/>
              <p:nvPr/>
            </p:nvSpPr>
            <p:spPr>
              <a:xfrm>
                <a:off x="4943463" y="3245675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4646563" y="3187400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0" y="0"/>
                    </a:moveTo>
                    <a:lnTo>
                      <a:pt x="0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4745538" y="3187400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0" y="0"/>
                    </a:moveTo>
                    <a:lnTo>
                      <a:pt x="0" y="1728"/>
                    </a:lnTo>
                    <a:lnTo>
                      <a:pt x="3215" y="1728"/>
                    </a:lnTo>
                    <a:lnTo>
                      <a:pt x="321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4844488" y="3187400"/>
                <a:ext cx="80425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7"/>
              <p:cNvSpPr/>
              <p:nvPr/>
            </p:nvSpPr>
            <p:spPr>
              <a:xfrm>
                <a:off x="4943463" y="3187400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4646563" y="3129125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0" y="0"/>
                    </a:moveTo>
                    <a:lnTo>
                      <a:pt x="0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4745538" y="3129125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0" y="0"/>
                    </a:moveTo>
                    <a:lnTo>
                      <a:pt x="0" y="1728"/>
                    </a:lnTo>
                    <a:lnTo>
                      <a:pt x="3215" y="1728"/>
                    </a:lnTo>
                    <a:lnTo>
                      <a:pt x="321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4844488" y="3129125"/>
                <a:ext cx="80425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4943463" y="3129125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4646563" y="3070850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0" y="0"/>
                    </a:moveTo>
                    <a:lnTo>
                      <a:pt x="0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4844488" y="3070850"/>
                <a:ext cx="80425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4943463" y="3070850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4646563" y="3012575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0" y="0"/>
                    </a:moveTo>
                    <a:lnTo>
                      <a:pt x="0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4943463" y="3012575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4943463" y="2954300"/>
                <a:ext cx="8040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1729" extrusionOk="0">
                    <a:moveTo>
                      <a:pt x="1" y="0"/>
                    </a:moveTo>
                    <a:lnTo>
                      <a:pt x="1" y="1728"/>
                    </a:lnTo>
                    <a:lnTo>
                      <a:pt x="3216" y="1728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7"/>
            <p:cNvGrpSpPr/>
            <p:nvPr/>
          </p:nvGrpSpPr>
          <p:grpSpPr>
            <a:xfrm>
              <a:off x="3297828" y="2399575"/>
              <a:ext cx="336470" cy="324112"/>
              <a:chOff x="2588816" y="4021204"/>
              <a:chExt cx="350307" cy="337441"/>
            </a:xfrm>
          </p:grpSpPr>
          <p:sp>
            <p:nvSpPr>
              <p:cNvPr id="195" name="Google Shape;195;p17"/>
              <p:cNvSpPr/>
              <p:nvPr/>
            </p:nvSpPr>
            <p:spPr>
              <a:xfrm>
                <a:off x="2588816" y="4075399"/>
                <a:ext cx="350307" cy="283246"/>
              </a:xfrm>
              <a:custGeom>
                <a:avLst/>
                <a:gdLst/>
                <a:ahLst/>
                <a:cxnLst/>
                <a:rect l="l" t="t" r="r" b="b"/>
                <a:pathLst>
                  <a:path w="10646" h="8608" extrusionOk="0">
                    <a:moveTo>
                      <a:pt x="2434" y="0"/>
                    </a:moveTo>
                    <a:cubicBezTo>
                      <a:pt x="2396" y="0"/>
                      <a:pt x="2359" y="5"/>
                      <a:pt x="2326" y="14"/>
                    </a:cubicBezTo>
                    <a:lnTo>
                      <a:pt x="2246" y="34"/>
                    </a:lnTo>
                    <a:lnTo>
                      <a:pt x="2226" y="34"/>
                    </a:lnTo>
                    <a:lnTo>
                      <a:pt x="2165" y="54"/>
                    </a:lnTo>
                    <a:lnTo>
                      <a:pt x="2125" y="74"/>
                    </a:lnTo>
                    <a:lnTo>
                      <a:pt x="2085" y="114"/>
                    </a:lnTo>
                    <a:lnTo>
                      <a:pt x="2065" y="134"/>
                    </a:lnTo>
                    <a:cubicBezTo>
                      <a:pt x="2065" y="134"/>
                      <a:pt x="2045" y="154"/>
                      <a:pt x="2025" y="174"/>
                    </a:cubicBezTo>
                    <a:lnTo>
                      <a:pt x="1985" y="215"/>
                    </a:lnTo>
                    <a:lnTo>
                      <a:pt x="1985" y="235"/>
                    </a:lnTo>
                    <a:lnTo>
                      <a:pt x="1020" y="1842"/>
                    </a:lnTo>
                    <a:cubicBezTo>
                      <a:pt x="859" y="2083"/>
                      <a:pt x="940" y="2405"/>
                      <a:pt x="1181" y="2546"/>
                    </a:cubicBezTo>
                    <a:cubicBezTo>
                      <a:pt x="1261" y="2592"/>
                      <a:pt x="1348" y="2615"/>
                      <a:pt x="1434" y="2615"/>
                    </a:cubicBezTo>
                    <a:cubicBezTo>
                      <a:pt x="1605" y="2615"/>
                      <a:pt x="1770" y="2525"/>
                      <a:pt x="1864" y="2365"/>
                    </a:cubicBezTo>
                    <a:lnTo>
                      <a:pt x="2668" y="1059"/>
                    </a:lnTo>
                    <a:lnTo>
                      <a:pt x="4115" y="1400"/>
                    </a:lnTo>
                    <a:lnTo>
                      <a:pt x="2949" y="3309"/>
                    </a:lnTo>
                    <a:cubicBezTo>
                      <a:pt x="2909" y="3390"/>
                      <a:pt x="2849" y="3490"/>
                      <a:pt x="2808" y="3570"/>
                    </a:cubicBezTo>
                    <a:lnTo>
                      <a:pt x="236" y="7830"/>
                    </a:lnTo>
                    <a:cubicBezTo>
                      <a:pt x="0" y="8233"/>
                      <a:pt x="340" y="8607"/>
                      <a:pt x="686" y="8607"/>
                    </a:cubicBezTo>
                    <a:cubicBezTo>
                      <a:pt x="840" y="8607"/>
                      <a:pt x="995" y="8533"/>
                      <a:pt x="1100" y="8353"/>
                    </a:cubicBezTo>
                    <a:lnTo>
                      <a:pt x="3170" y="4937"/>
                    </a:lnTo>
                    <a:lnTo>
                      <a:pt x="4115" y="5339"/>
                    </a:lnTo>
                    <a:lnTo>
                      <a:pt x="4959" y="6343"/>
                    </a:lnTo>
                    <a:lnTo>
                      <a:pt x="3873" y="7087"/>
                    </a:lnTo>
                    <a:cubicBezTo>
                      <a:pt x="3408" y="7403"/>
                      <a:pt x="3712" y="8021"/>
                      <a:pt x="4150" y="8021"/>
                    </a:cubicBezTo>
                    <a:cubicBezTo>
                      <a:pt x="4241" y="8021"/>
                      <a:pt x="4339" y="7994"/>
                      <a:pt x="4436" y="7931"/>
                    </a:cubicBezTo>
                    <a:lnTo>
                      <a:pt x="6004" y="6866"/>
                    </a:lnTo>
                    <a:lnTo>
                      <a:pt x="6024" y="6846"/>
                    </a:lnTo>
                    <a:lnTo>
                      <a:pt x="6044" y="6846"/>
                    </a:lnTo>
                    <a:cubicBezTo>
                      <a:pt x="6225" y="6665"/>
                      <a:pt x="6265" y="6384"/>
                      <a:pt x="6124" y="6183"/>
                    </a:cubicBezTo>
                    <a:cubicBezTo>
                      <a:pt x="6104" y="6122"/>
                      <a:pt x="6064" y="6082"/>
                      <a:pt x="6004" y="6062"/>
                    </a:cubicBezTo>
                    <a:lnTo>
                      <a:pt x="5039" y="4897"/>
                    </a:lnTo>
                    <a:cubicBezTo>
                      <a:pt x="5079" y="4836"/>
                      <a:pt x="5119" y="4756"/>
                      <a:pt x="5180" y="4676"/>
                    </a:cubicBezTo>
                    <a:lnTo>
                      <a:pt x="6687" y="2224"/>
                    </a:lnTo>
                    <a:lnTo>
                      <a:pt x="8957" y="2746"/>
                    </a:lnTo>
                    <a:lnTo>
                      <a:pt x="9179" y="2746"/>
                    </a:lnTo>
                    <a:lnTo>
                      <a:pt x="9239" y="2726"/>
                    </a:lnTo>
                    <a:lnTo>
                      <a:pt x="9259" y="2726"/>
                    </a:lnTo>
                    <a:cubicBezTo>
                      <a:pt x="9279" y="2726"/>
                      <a:pt x="9299" y="2706"/>
                      <a:pt x="9339" y="2686"/>
                    </a:cubicBezTo>
                    <a:lnTo>
                      <a:pt x="9400" y="2646"/>
                    </a:lnTo>
                    <a:lnTo>
                      <a:pt x="9420" y="2626"/>
                    </a:lnTo>
                    <a:lnTo>
                      <a:pt x="9460" y="2586"/>
                    </a:lnTo>
                    <a:lnTo>
                      <a:pt x="9500" y="2546"/>
                    </a:lnTo>
                    <a:lnTo>
                      <a:pt x="9500" y="2525"/>
                    </a:lnTo>
                    <a:lnTo>
                      <a:pt x="10485" y="918"/>
                    </a:lnTo>
                    <a:cubicBezTo>
                      <a:pt x="10645" y="657"/>
                      <a:pt x="10585" y="335"/>
                      <a:pt x="10324" y="194"/>
                    </a:cubicBezTo>
                    <a:cubicBezTo>
                      <a:pt x="10239" y="137"/>
                      <a:pt x="10146" y="111"/>
                      <a:pt x="10054" y="111"/>
                    </a:cubicBezTo>
                    <a:cubicBezTo>
                      <a:pt x="9887" y="111"/>
                      <a:pt x="9724" y="199"/>
                      <a:pt x="9621" y="355"/>
                    </a:cubicBezTo>
                    <a:lnTo>
                      <a:pt x="8837" y="1661"/>
                    </a:lnTo>
                    <a:lnTo>
                      <a:pt x="7229" y="1300"/>
                    </a:lnTo>
                    <a:lnTo>
                      <a:pt x="5139" y="657"/>
                    </a:lnTo>
                    <a:cubicBezTo>
                      <a:pt x="5079" y="616"/>
                      <a:pt x="5039" y="596"/>
                      <a:pt x="4979" y="596"/>
                    </a:cubicBezTo>
                    <a:lnTo>
                      <a:pt x="4778" y="556"/>
                    </a:lnTo>
                    <a:lnTo>
                      <a:pt x="4637" y="496"/>
                    </a:lnTo>
                    <a:lnTo>
                      <a:pt x="2587" y="34"/>
                    </a:lnTo>
                    <a:cubicBezTo>
                      <a:pt x="2540" y="10"/>
                      <a:pt x="2486" y="0"/>
                      <a:pt x="24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2749327" y="4021204"/>
                <a:ext cx="100558" cy="85125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2587" extrusionOk="0">
                    <a:moveTo>
                      <a:pt x="1432" y="1"/>
                    </a:moveTo>
                    <a:cubicBezTo>
                      <a:pt x="884" y="1"/>
                      <a:pt x="339" y="336"/>
                      <a:pt x="181" y="957"/>
                    </a:cubicBezTo>
                    <a:cubicBezTo>
                      <a:pt x="0" y="1661"/>
                      <a:pt x="402" y="2364"/>
                      <a:pt x="1105" y="2545"/>
                    </a:cubicBezTo>
                    <a:cubicBezTo>
                      <a:pt x="1218" y="2573"/>
                      <a:pt x="1328" y="2587"/>
                      <a:pt x="1435" y="2587"/>
                    </a:cubicBezTo>
                    <a:cubicBezTo>
                      <a:pt x="2379" y="2587"/>
                      <a:pt x="3056" y="1538"/>
                      <a:pt x="2532" y="636"/>
                    </a:cubicBezTo>
                    <a:cubicBezTo>
                      <a:pt x="2286" y="204"/>
                      <a:pt x="1858" y="1"/>
                      <a:pt x="14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" name="Google Shape;197;p17"/>
            <p:cNvSpPr/>
            <p:nvPr/>
          </p:nvSpPr>
          <p:spPr>
            <a:xfrm>
              <a:off x="3352778" y="3068451"/>
              <a:ext cx="226569" cy="319870"/>
            </a:xfrm>
            <a:custGeom>
              <a:avLst/>
              <a:gdLst/>
              <a:ahLst/>
              <a:cxnLst/>
              <a:rect l="l" t="t" r="r" b="b"/>
              <a:pathLst>
                <a:path w="13565" h="19151" extrusionOk="0">
                  <a:moveTo>
                    <a:pt x="6748" y="2696"/>
                  </a:moveTo>
                  <a:cubicBezTo>
                    <a:pt x="8844" y="2696"/>
                    <a:pt x="10852" y="4330"/>
                    <a:pt x="10852" y="6792"/>
                  </a:cubicBezTo>
                  <a:cubicBezTo>
                    <a:pt x="10872" y="9043"/>
                    <a:pt x="9043" y="10852"/>
                    <a:pt x="6793" y="10872"/>
                  </a:cubicBezTo>
                  <a:cubicBezTo>
                    <a:pt x="3155" y="10872"/>
                    <a:pt x="1327" y="6471"/>
                    <a:pt x="3899" y="3899"/>
                  </a:cubicBezTo>
                  <a:cubicBezTo>
                    <a:pt x="4730" y="3068"/>
                    <a:pt x="5749" y="2696"/>
                    <a:pt x="6748" y="2696"/>
                  </a:cubicBezTo>
                  <a:close/>
                  <a:moveTo>
                    <a:pt x="6793" y="0"/>
                  </a:moveTo>
                  <a:cubicBezTo>
                    <a:pt x="3035" y="0"/>
                    <a:pt x="1" y="3035"/>
                    <a:pt x="1" y="6792"/>
                  </a:cubicBezTo>
                  <a:cubicBezTo>
                    <a:pt x="1" y="10530"/>
                    <a:pt x="6793" y="19151"/>
                    <a:pt x="6793" y="19151"/>
                  </a:cubicBezTo>
                  <a:cubicBezTo>
                    <a:pt x="6793" y="19151"/>
                    <a:pt x="13565" y="10530"/>
                    <a:pt x="13565" y="6792"/>
                  </a:cubicBezTo>
                  <a:cubicBezTo>
                    <a:pt x="13565" y="3035"/>
                    <a:pt x="10530" y="0"/>
                    <a:pt x="67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1084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5">
            <a:hlinkClick r:id="" action="ppaction://hlinkshowjump?jump=firstslide"/>
          </p:cNvPr>
          <p:cNvSpPr/>
          <p:nvPr/>
        </p:nvSpPr>
        <p:spPr>
          <a:xfrm>
            <a:off x="8428901" y="26867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5">
            <a:hlinkClick r:id="" action="ppaction://hlinkshowjump?jump=firstslide"/>
          </p:cNvPr>
          <p:cNvSpPr/>
          <p:nvPr/>
        </p:nvSpPr>
        <p:spPr>
          <a:xfrm>
            <a:off x="8480603" y="322243"/>
            <a:ext cx="180994" cy="177264"/>
          </a:xfrm>
          <a:custGeom>
            <a:avLst/>
            <a:gdLst/>
            <a:ahLst/>
            <a:cxnLst/>
            <a:rect l="l" t="t" r="r" b="b"/>
            <a:pathLst>
              <a:path w="12323" h="12067" extrusionOk="0">
                <a:moveTo>
                  <a:pt x="6165" y="705"/>
                </a:moveTo>
                <a:cubicBezTo>
                  <a:pt x="6180" y="705"/>
                  <a:pt x="6194" y="706"/>
                  <a:pt x="6209" y="708"/>
                </a:cubicBezTo>
                <a:cubicBezTo>
                  <a:pt x="6303" y="718"/>
                  <a:pt x="6388" y="763"/>
                  <a:pt x="6453" y="829"/>
                </a:cubicBezTo>
                <a:lnTo>
                  <a:pt x="11384" y="5744"/>
                </a:lnTo>
                <a:lnTo>
                  <a:pt x="11387" y="5746"/>
                </a:lnTo>
                <a:cubicBezTo>
                  <a:pt x="11543" y="5902"/>
                  <a:pt x="11543" y="6158"/>
                  <a:pt x="11387" y="6315"/>
                </a:cubicBezTo>
                <a:cubicBezTo>
                  <a:pt x="11310" y="6392"/>
                  <a:pt x="11209" y="6434"/>
                  <a:pt x="11101" y="6434"/>
                </a:cubicBezTo>
                <a:lnTo>
                  <a:pt x="10563" y="6434"/>
                </a:lnTo>
                <a:cubicBezTo>
                  <a:pt x="10367" y="6434"/>
                  <a:pt x="10209" y="6592"/>
                  <a:pt x="10209" y="6789"/>
                </a:cubicBezTo>
                <a:lnTo>
                  <a:pt x="10209" y="10762"/>
                </a:lnTo>
                <a:cubicBezTo>
                  <a:pt x="10209" y="11090"/>
                  <a:pt x="9943" y="11357"/>
                  <a:pt x="9614" y="11357"/>
                </a:cubicBezTo>
                <a:lnTo>
                  <a:pt x="8032" y="11357"/>
                </a:lnTo>
                <a:lnTo>
                  <a:pt x="8032" y="8872"/>
                </a:lnTo>
                <a:cubicBezTo>
                  <a:pt x="8032" y="8154"/>
                  <a:pt x="7448" y="7570"/>
                  <a:pt x="6729" y="7570"/>
                </a:cubicBezTo>
                <a:lnTo>
                  <a:pt x="5596" y="7570"/>
                </a:lnTo>
                <a:cubicBezTo>
                  <a:pt x="4876" y="7570"/>
                  <a:pt x="4293" y="8154"/>
                  <a:pt x="4293" y="8872"/>
                </a:cubicBezTo>
                <a:lnTo>
                  <a:pt x="4293" y="11357"/>
                </a:lnTo>
                <a:lnTo>
                  <a:pt x="2710" y="11357"/>
                </a:lnTo>
                <a:cubicBezTo>
                  <a:pt x="2382" y="11357"/>
                  <a:pt x="2117" y="11090"/>
                  <a:pt x="2117" y="10762"/>
                </a:cubicBezTo>
                <a:lnTo>
                  <a:pt x="2117" y="6789"/>
                </a:lnTo>
                <a:cubicBezTo>
                  <a:pt x="2117" y="6592"/>
                  <a:pt x="1959" y="6434"/>
                  <a:pt x="1762" y="6434"/>
                </a:cubicBezTo>
                <a:lnTo>
                  <a:pt x="1234" y="6434"/>
                </a:lnTo>
                <a:cubicBezTo>
                  <a:pt x="1228" y="6434"/>
                  <a:pt x="1223" y="6434"/>
                  <a:pt x="1217" y="6432"/>
                </a:cubicBezTo>
                <a:cubicBezTo>
                  <a:pt x="1111" y="6431"/>
                  <a:pt x="1012" y="6389"/>
                  <a:pt x="937" y="6315"/>
                </a:cubicBezTo>
                <a:cubicBezTo>
                  <a:pt x="779" y="6157"/>
                  <a:pt x="779" y="5902"/>
                  <a:pt x="937" y="5745"/>
                </a:cubicBezTo>
                <a:lnTo>
                  <a:pt x="5876" y="824"/>
                </a:lnTo>
                <a:cubicBezTo>
                  <a:pt x="5952" y="747"/>
                  <a:pt x="6055" y="705"/>
                  <a:pt x="6165" y="705"/>
                </a:cubicBezTo>
                <a:close/>
                <a:moveTo>
                  <a:pt x="6161" y="0"/>
                </a:moveTo>
                <a:cubicBezTo>
                  <a:pt x="5864" y="0"/>
                  <a:pt x="5585" y="116"/>
                  <a:pt x="5374" y="326"/>
                </a:cubicBezTo>
                <a:lnTo>
                  <a:pt x="438" y="5245"/>
                </a:lnTo>
                <a:lnTo>
                  <a:pt x="432" y="5251"/>
                </a:lnTo>
                <a:cubicBezTo>
                  <a:pt x="0" y="5684"/>
                  <a:pt x="0" y="6386"/>
                  <a:pt x="436" y="6820"/>
                </a:cubicBezTo>
                <a:cubicBezTo>
                  <a:pt x="633" y="7017"/>
                  <a:pt x="895" y="7132"/>
                  <a:pt x="1174" y="7144"/>
                </a:cubicBezTo>
                <a:cubicBezTo>
                  <a:pt x="1186" y="7146"/>
                  <a:pt x="1197" y="7146"/>
                  <a:pt x="1208" y="7146"/>
                </a:cubicBezTo>
                <a:lnTo>
                  <a:pt x="1405" y="7146"/>
                </a:lnTo>
                <a:lnTo>
                  <a:pt x="1405" y="11870"/>
                </a:lnTo>
                <a:cubicBezTo>
                  <a:pt x="1405" y="11979"/>
                  <a:pt x="1493" y="12066"/>
                  <a:pt x="1601" y="12066"/>
                </a:cubicBezTo>
                <a:lnTo>
                  <a:pt x="4648" y="12066"/>
                </a:lnTo>
                <a:cubicBezTo>
                  <a:pt x="4843" y="12066"/>
                  <a:pt x="5002" y="11908"/>
                  <a:pt x="5002" y="11712"/>
                </a:cubicBezTo>
                <a:lnTo>
                  <a:pt x="5002" y="8875"/>
                </a:lnTo>
                <a:cubicBezTo>
                  <a:pt x="5002" y="8546"/>
                  <a:pt x="5268" y="8280"/>
                  <a:pt x="5596" y="8280"/>
                </a:cubicBezTo>
                <a:lnTo>
                  <a:pt x="6726" y="8280"/>
                </a:lnTo>
                <a:cubicBezTo>
                  <a:pt x="7055" y="8280"/>
                  <a:pt x="7321" y="8546"/>
                  <a:pt x="7321" y="8875"/>
                </a:cubicBezTo>
                <a:lnTo>
                  <a:pt x="7321" y="11712"/>
                </a:lnTo>
                <a:cubicBezTo>
                  <a:pt x="7321" y="11908"/>
                  <a:pt x="7479" y="12066"/>
                  <a:pt x="7675" y="12066"/>
                </a:cubicBezTo>
                <a:lnTo>
                  <a:pt x="10721" y="12066"/>
                </a:lnTo>
                <a:cubicBezTo>
                  <a:pt x="10830" y="12066"/>
                  <a:pt x="10918" y="11978"/>
                  <a:pt x="10918" y="11870"/>
                </a:cubicBezTo>
                <a:lnTo>
                  <a:pt x="10918" y="7146"/>
                </a:lnTo>
                <a:lnTo>
                  <a:pt x="11101" y="7146"/>
                </a:lnTo>
                <a:cubicBezTo>
                  <a:pt x="11399" y="7146"/>
                  <a:pt x="11678" y="7030"/>
                  <a:pt x="11889" y="6820"/>
                </a:cubicBezTo>
                <a:cubicBezTo>
                  <a:pt x="12322" y="6385"/>
                  <a:pt x="12322" y="5681"/>
                  <a:pt x="11889" y="5249"/>
                </a:cubicBezTo>
                <a:lnTo>
                  <a:pt x="6950" y="326"/>
                </a:lnTo>
                <a:cubicBezTo>
                  <a:pt x="6739" y="116"/>
                  <a:pt x="6459" y="0"/>
                  <a:pt x="61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Date </a:t>
            </a:r>
            <a:br>
              <a:rPr lang="en" dirty="0"/>
            </a:br>
            <a:r>
              <a:rPr lang="en-US" sz="1050" dirty="0"/>
              <a:t>7.500 de </a:t>
            </a:r>
            <a:r>
              <a:rPr lang="en-US" sz="1050" dirty="0" err="1"/>
              <a:t>înregistrari</a:t>
            </a:r>
            <a:endParaRPr sz="1050" dirty="0"/>
          </a:p>
        </p:txBody>
      </p:sp>
      <p:graphicFrame>
        <p:nvGraphicFramePr>
          <p:cNvPr id="539" name="Google Shape;539;p35"/>
          <p:cNvGraphicFramePr/>
          <p:nvPr>
            <p:extLst>
              <p:ext uri="{D42A27DB-BD31-4B8C-83A1-F6EECF244321}">
                <p14:modId xmlns:p14="http://schemas.microsoft.com/office/powerpoint/2010/main" val="1937919569"/>
              </p:ext>
            </p:extLst>
          </p:nvPr>
        </p:nvGraphicFramePr>
        <p:xfrm>
          <a:off x="720000" y="1614825"/>
          <a:ext cx="7544013" cy="1084575"/>
        </p:xfrm>
        <a:graphic>
          <a:graphicData uri="http://schemas.openxmlformats.org/drawingml/2006/table">
            <a:tbl>
              <a:tblPr>
                <a:noFill/>
                <a:tableStyleId>{27E2C583-1F10-44CF-8DA6-FB806B4A8C8E}</a:tableStyleId>
              </a:tblPr>
              <a:tblGrid>
                <a:gridCol w="267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Variabile numerice</a:t>
                      </a:r>
                      <a:endParaRPr sz="900" dirty="0">
                        <a:solidFill>
                          <a:schemeClr val="accent3"/>
                        </a:solidFill>
                        <a:latin typeface="Bowlby One"/>
                        <a:ea typeface="Bowlby One"/>
                        <a:cs typeface="Bowlby One"/>
                        <a:sym typeface="Bowlby O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daily_screen_time_hours</a:t>
                      </a:r>
                      <a:r>
                        <a:rPr lang="en-US" sz="1200" dirty="0">
                          <a:latin typeface="DM Sans" pitchFamily="2" charset="0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social_media_hours</a:t>
                      </a:r>
                      <a:r>
                        <a:rPr lang="en-US" sz="1200" dirty="0">
                          <a:latin typeface="DM Sans" pitchFamily="2" charset="0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sleep_hours</a:t>
                      </a:r>
                      <a:endParaRPr sz="1200" dirty="0">
                        <a:solidFill>
                          <a:schemeClr val="dk1"/>
                        </a:solidFill>
                        <a:latin typeface="DM Sans" pitchFamily="2" charset="0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Variabile categoriale</a:t>
                      </a:r>
                      <a:endParaRPr sz="900" dirty="0">
                        <a:solidFill>
                          <a:schemeClr val="accent3"/>
                        </a:solidFill>
                        <a:latin typeface="Bowlby One"/>
                        <a:ea typeface="Bowlby One"/>
                        <a:cs typeface="Bowlby One"/>
                        <a:sym typeface="Bowlby O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gender</a:t>
                      </a:r>
                      <a:r>
                        <a:rPr lang="en-US" sz="1200" dirty="0">
                          <a:latin typeface="DM Sans" pitchFamily="2" charset="0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DM Sans" pitchFamily="2" charset="0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tress_level</a:t>
                      </a:r>
                      <a:endParaRPr sz="1200" dirty="0">
                        <a:solidFill>
                          <a:schemeClr val="dk1"/>
                        </a:solidFill>
                        <a:latin typeface="DM Sans" pitchFamily="2" charset="0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Variabila ținta</a:t>
                      </a:r>
                      <a:endParaRPr sz="900" dirty="0">
                        <a:solidFill>
                          <a:schemeClr val="accent3"/>
                        </a:solidFill>
                        <a:latin typeface="Bowlby One"/>
                        <a:ea typeface="Bowlby One"/>
                        <a:cs typeface="Bowlby One"/>
                        <a:sym typeface="Bowlby O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dirty="0" err="1">
                          <a:latin typeface="DM Sans" pitchFamily="2" charset="0"/>
                        </a:rPr>
                        <a:t>addicted_label</a:t>
                      </a:r>
                      <a:endParaRPr sz="1200" dirty="0">
                        <a:solidFill>
                          <a:schemeClr val="dk1"/>
                        </a:solidFill>
                        <a:latin typeface="DM Sans" pitchFamily="2" charset="0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2" name="Google Shape;542;p35"/>
          <p:cNvGrpSpPr/>
          <p:nvPr/>
        </p:nvGrpSpPr>
        <p:grpSpPr>
          <a:xfrm>
            <a:off x="7466436" y="975998"/>
            <a:ext cx="1278387" cy="937848"/>
            <a:chOff x="7286736" y="654523"/>
            <a:chExt cx="1278387" cy="937848"/>
          </a:xfrm>
        </p:grpSpPr>
        <p:sp>
          <p:nvSpPr>
            <p:cNvPr id="543" name="Google Shape;543;p35"/>
            <p:cNvSpPr/>
            <p:nvPr/>
          </p:nvSpPr>
          <p:spPr>
            <a:xfrm rot="1309604">
              <a:off x="8038350" y="1112539"/>
              <a:ext cx="467791" cy="407476"/>
            </a:xfrm>
            <a:custGeom>
              <a:avLst/>
              <a:gdLst/>
              <a:ahLst/>
              <a:cxnLst/>
              <a:rect l="l" t="t" r="r" b="b"/>
              <a:pathLst>
                <a:path w="6957" h="6060" extrusionOk="0">
                  <a:moveTo>
                    <a:pt x="4816" y="1"/>
                  </a:moveTo>
                  <a:lnTo>
                    <a:pt x="4816" y="465"/>
                  </a:lnTo>
                  <a:cubicBezTo>
                    <a:pt x="4816" y="465"/>
                    <a:pt x="4324" y="124"/>
                    <a:pt x="2941" y="105"/>
                  </a:cubicBezTo>
                  <a:cubicBezTo>
                    <a:pt x="2874" y="73"/>
                    <a:pt x="2803" y="53"/>
                    <a:pt x="2724" y="53"/>
                  </a:cubicBezTo>
                  <a:lnTo>
                    <a:pt x="1098" y="53"/>
                  </a:lnTo>
                  <a:cubicBezTo>
                    <a:pt x="822" y="53"/>
                    <a:pt x="600" y="278"/>
                    <a:pt x="600" y="552"/>
                  </a:cubicBezTo>
                  <a:cubicBezTo>
                    <a:pt x="600" y="724"/>
                    <a:pt x="690" y="876"/>
                    <a:pt x="822" y="964"/>
                  </a:cubicBezTo>
                  <a:cubicBezTo>
                    <a:pt x="583" y="1002"/>
                    <a:pt x="400" y="1206"/>
                    <a:pt x="400" y="1454"/>
                  </a:cubicBezTo>
                  <a:cubicBezTo>
                    <a:pt x="400" y="1627"/>
                    <a:pt x="489" y="1778"/>
                    <a:pt x="622" y="1867"/>
                  </a:cubicBezTo>
                  <a:cubicBezTo>
                    <a:pt x="383" y="1904"/>
                    <a:pt x="199" y="2109"/>
                    <a:pt x="199" y="2356"/>
                  </a:cubicBezTo>
                  <a:cubicBezTo>
                    <a:pt x="199" y="2528"/>
                    <a:pt x="288" y="2681"/>
                    <a:pt x="422" y="2772"/>
                  </a:cubicBezTo>
                  <a:cubicBezTo>
                    <a:pt x="183" y="2807"/>
                    <a:pt x="1" y="3010"/>
                    <a:pt x="1" y="3259"/>
                  </a:cubicBezTo>
                  <a:cubicBezTo>
                    <a:pt x="1" y="3534"/>
                    <a:pt x="223" y="3757"/>
                    <a:pt x="497" y="3757"/>
                  </a:cubicBezTo>
                  <a:lnTo>
                    <a:pt x="2125" y="3757"/>
                  </a:lnTo>
                  <a:cubicBezTo>
                    <a:pt x="2202" y="3757"/>
                    <a:pt x="2273" y="3740"/>
                    <a:pt x="2339" y="3707"/>
                  </a:cubicBezTo>
                  <a:lnTo>
                    <a:pt x="2672" y="3707"/>
                  </a:lnTo>
                  <a:cubicBezTo>
                    <a:pt x="2442" y="4377"/>
                    <a:pt x="2577" y="5624"/>
                    <a:pt x="2577" y="5624"/>
                  </a:cubicBezTo>
                  <a:cubicBezTo>
                    <a:pt x="2577" y="5864"/>
                    <a:pt x="2791" y="6060"/>
                    <a:pt x="3055" y="6060"/>
                  </a:cubicBezTo>
                  <a:cubicBezTo>
                    <a:pt x="3317" y="6060"/>
                    <a:pt x="3529" y="5864"/>
                    <a:pt x="3529" y="5624"/>
                  </a:cubicBezTo>
                  <a:lnTo>
                    <a:pt x="3529" y="5163"/>
                  </a:lnTo>
                  <a:cubicBezTo>
                    <a:pt x="3652" y="3630"/>
                    <a:pt x="4816" y="3231"/>
                    <a:pt x="4816" y="3231"/>
                  </a:cubicBezTo>
                  <a:lnTo>
                    <a:pt x="4816" y="3663"/>
                  </a:lnTo>
                  <a:lnTo>
                    <a:pt x="6957" y="3663"/>
                  </a:lnTo>
                  <a:lnTo>
                    <a:pt x="6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4" name="Google Shape;544;p35"/>
            <p:cNvGrpSpPr/>
            <p:nvPr/>
          </p:nvGrpSpPr>
          <p:grpSpPr>
            <a:xfrm>
              <a:off x="7843763" y="654523"/>
              <a:ext cx="385668" cy="385642"/>
              <a:chOff x="6067621" y="1137730"/>
              <a:chExt cx="452503" cy="452472"/>
            </a:xfrm>
          </p:grpSpPr>
          <p:grpSp>
            <p:nvGrpSpPr>
              <p:cNvPr id="545" name="Google Shape;545;p35"/>
              <p:cNvGrpSpPr/>
              <p:nvPr/>
            </p:nvGrpSpPr>
            <p:grpSpPr>
              <a:xfrm>
                <a:off x="6067621" y="1137730"/>
                <a:ext cx="452503" cy="452472"/>
                <a:chOff x="7260446" y="1803430"/>
                <a:chExt cx="452503" cy="452472"/>
              </a:xfrm>
            </p:grpSpPr>
            <p:sp>
              <p:nvSpPr>
                <p:cNvPr id="546" name="Google Shape;546;p35"/>
                <p:cNvSpPr/>
                <p:nvPr/>
              </p:nvSpPr>
              <p:spPr>
                <a:xfrm>
                  <a:off x="7260446" y="1803430"/>
                  <a:ext cx="452503" cy="452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" h="6183" extrusionOk="0">
                      <a:moveTo>
                        <a:pt x="3092" y="0"/>
                      </a:moveTo>
                      <a:cubicBezTo>
                        <a:pt x="1386" y="0"/>
                        <a:pt x="1" y="1385"/>
                        <a:pt x="1" y="3091"/>
                      </a:cubicBezTo>
                      <a:cubicBezTo>
                        <a:pt x="1" y="4798"/>
                        <a:pt x="1386" y="6182"/>
                        <a:pt x="3092" y="6182"/>
                      </a:cubicBezTo>
                      <a:cubicBezTo>
                        <a:pt x="4798" y="6182"/>
                        <a:pt x="6183" y="4798"/>
                        <a:pt x="6183" y="3091"/>
                      </a:cubicBezTo>
                      <a:cubicBezTo>
                        <a:pt x="6183" y="1385"/>
                        <a:pt x="4798" y="0"/>
                        <a:pt x="30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7345852" y="1925714"/>
                  <a:ext cx="90457" cy="85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6" h="1175" extrusionOk="0">
                      <a:moveTo>
                        <a:pt x="159" y="1"/>
                      </a:moveTo>
                      <a:cubicBezTo>
                        <a:pt x="110" y="1"/>
                        <a:pt x="63" y="26"/>
                        <a:pt x="38" y="73"/>
                      </a:cubicBezTo>
                      <a:cubicBezTo>
                        <a:pt x="1" y="143"/>
                        <a:pt x="27" y="226"/>
                        <a:pt x="94" y="263"/>
                      </a:cubicBezTo>
                      <a:lnTo>
                        <a:pt x="770" y="627"/>
                      </a:lnTo>
                      <a:lnTo>
                        <a:pt x="107" y="907"/>
                      </a:lnTo>
                      <a:cubicBezTo>
                        <a:pt x="36" y="937"/>
                        <a:pt x="4" y="1019"/>
                        <a:pt x="33" y="1088"/>
                      </a:cubicBezTo>
                      <a:cubicBezTo>
                        <a:pt x="56" y="1143"/>
                        <a:pt x="107" y="1174"/>
                        <a:pt x="161" y="1174"/>
                      </a:cubicBezTo>
                      <a:cubicBezTo>
                        <a:pt x="177" y="1174"/>
                        <a:pt x="196" y="1170"/>
                        <a:pt x="214" y="1162"/>
                      </a:cubicBezTo>
                      <a:lnTo>
                        <a:pt x="1147" y="773"/>
                      </a:lnTo>
                      <a:cubicBezTo>
                        <a:pt x="1197" y="752"/>
                        <a:pt x="1230" y="706"/>
                        <a:pt x="1231" y="651"/>
                      </a:cubicBezTo>
                      <a:cubicBezTo>
                        <a:pt x="1236" y="598"/>
                        <a:pt x="1206" y="547"/>
                        <a:pt x="1160" y="522"/>
                      </a:cubicBezTo>
                      <a:lnTo>
                        <a:pt x="228" y="18"/>
                      </a:lnTo>
                      <a:cubicBezTo>
                        <a:pt x="206" y="6"/>
                        <a:pt x="182" y="1"/>
                        <a:pt x="15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35"/>
                <p:cNvSpPr/>
                <p:nvPr/>
              </p:nvSpPr>
              <p:spPr>
                <a:xfrm>
                  <a:off x="7537231" y="1925714"/>
                  <a:ext cx="90383" cy="85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" h="1175" extrusionOk="0">
                      <a:moveTo>
                        <a:pt x="1074" y="1"/>
                      </a:moveTo>
                      <a:cubicBezTo>
                        <a:pt x="1052" y="1"/>
                        <a:pt x="1029" y="6"/>
                        <a:pt x="1007" y="18"/>
                      </a:cubicBezTo>
                      <a:lnTo>
                        <a:pt x="75" y="522"/>
                      </a:lnTo>
                      <a:cubicBezTo>
                        <a:pt x="29" y="547"/>
                        <a:pt x="1" y="598"/>
                        <a:pt x="4" y="651"/>
                      </a:cubicBezTo>
                      <a:cubicBezTo>
                        <a:pt x="7" y="703"/>
                        <a:pt x="38" y="752"/>
                        <a:pt x="88" y="773"/>
                      </a:cubicBezTo>
                      <a:lnTo>
                        <a:pt x="1021" y="1162"/>
                      </a:lnTo>
                      <a:cubicBezTo>
                        <a:pt x="1037" y="1170"/>
                        <a:pt x="1056" y="1174"/>
                        <a:pt x="1074" y="1174"/>
                      </a:cubicBezTo>
                      <a:cubicBezTo>
                        <a:pt x="1127" y="1174"/>
                        <a:pt x="1179" y="1143"/>
                        <a:pt x="1202" y="1088"/>
                      </a:cubicBezTo>
                      <a:cubicBezTo>
                        <a:pt x="1231" y="1019"/>
                        <a:pt x="1199" y="937"/>
                        <a:pt x="1127" y="907"/>
                      </a:cubicBezTo>
                      <a:lnTo>
                        <a:pt x="465" y="627"/>
                      </a:lnTo>
                      <a:lnTo>
                        <a:pt x="1141" y="263"/>
                      </a:lnTo>
                      <a:cubicBezTo>
                        <a:pt x="1207" y="226"/>
                        <a:pt x="1234" y="140"/>
                        <a:pt x="1197" y="73"/>
                      </a:cubicBezTo>
                      <a:cubicBezTo>
                        <a:pt x="1172" y="27"/>
                        <a:pt x="1124" y="1"/>
                        <a:pt x="107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49" name="Google Shape;549;p35"/>
              <p:cNvSpPr/>
              <p:nvPr/>
            </p:nvSpPr>
            <p:spPr>
              <a:xfrm rot="10800000">
                <a:off x="6168113" y="1329405"/>
                <a:ext cx="251524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723" h="379" fill="none" extrusionOk="0">
                    <a:moveTo>
                      <a:pt x="1" y="0"/>
                    </a:moveTo>
                    <a:cubicBezTo>
                      <a:pt x="1" y="0"/>
                      <a:pt x="254" y="378"/>
                      <a:pt x="723" y="0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" name="Google Shape;550;p35"/>
            <p:cNvGrpSpPr/>
            <p:nvPr/>
          </p:nvGrpSpPr>
          <p:grpSpPr>
            <a:xfrm rot="10800000" flipH="1">
              <a:off x="7286736" y="861050"/>
              <a:ext cx="557048" cy="531491"/>
              <a:chOff x="543765" y="376748"/>
              <a:chExt cx="482627" cy="460485"/>
            </a:xfrm>
          </p:grpSpPr>
          <p:sp>
            <p:nvSpPr>
              <p:cNvPr id="551" name="Google Shape;551;p35"/>
              <p:cNvSpPr/>
              <p:nvPr/>
            </p:nvSpPr>
            <p:spPr>
              <a:xfrm>
                <a:off x="543765" y="534993"/>
                <a:ext cx="302354" cy="302240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5274" extrusionOk="0">
                    <a:moveTo>
                      <a:pt x="2638" y="1"/>
                    </a:moveTo>
                    <a:lnTo>
                      <a:pt x="1706" y="1706"/>
                    </a:lnTo>
                    <a:lnTo>
                      <a:pt x="1" y="2638"/>
                    </a:lnTo>
                    <a:lnTo>
                      <a:pt x="1706" y="3569"/>
                    </a:lnTo>
                    <a:lnTo>
                      <a:pt x="2638" y="5274"/>
                    </a:lnTo>
                    <a:lnTo>
                      <a:pt x="3571" y="3569"/>
                    </a:lnTo>
                    <a:lnTo>
                      <a:pt x="5275" y="2638"/>
                    </a:lnTo>
                    <a:lnTo>
                      <a:pt x="3571" y="1706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5"/>
              <p:cNvSpPr/>
              <p:nvPr/>
            </p:nvSpPr>
            <p:spPr>
              <a:xfrm>
                <a:off x="846124" y="376748"/>
                <a:ext cx="180268" cy="180199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5274" extrusionOk="0">
                    <a:moveTo>
                      <a:pt x="2638" y="1"/>
                    </a:moveTo>
                    <a:lnTo>
                      <a:pt x="1706" y="1706"/>
                    </a:lnTo>
                    <a:lnTo>
                      <a:pt x="1" y="2638"/>
                    </a:lnTo>
                    <a:lnTo>
                      <a:pt x="1706" y="3569"/>
                    </a:lnTo>
                    <a:lnTo>
                      <a:pt x="2638" y="5274"/>
                    </a:lnTo>
                    <a:lnTo>
                      <a:pt x="3571" y="3569"/>
                    </a:lnTo>
                    <a:lnTo>
                      <a:pt x="5275" y="2638"/>
                    </a:lnTo>
                    <a:lnTo>
                      <a:pt x="3571" y="1706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3" name="Google Shape;553;p35"/>
          <p:cNvGrpSpPr/>
          <p:nvPr/>
        </p:nvGrpSpPr>
        <p:grpSpPr>
          <a:xfrm>
            <a:off x="850702" y="3956409"/>
            <a:ext cx="640757" cy="429249"/>
            <a:chOff x="2568593" y="4127352"/>
            <a:chExt cx="831936" cy="557322"/>
          </a:xfrm>
        </p:grpSpPr>
        <p:sp>
          <p:nvSpPr>
            <p:cNvPr id="554" name="Google Shape;554;p35"/>
            <p:cNvSpPr/>
            <p:nvPr/>
          </p:nvSpPr>
          <p:spPr>
            <a:xfrm>
              <a:off x="2568593" y="4127352"/>
              <a:ext cx="831936" cy="557322"/>
            </a:xfrm>
            <a:custGeom>
              <a:avLst/>
              <a:gdLst/>
              <a:ahLst/>
              <a:cxnLst/>
              <a:rect l="l" t="t" r="r" b="b"/>
              <a:pathLst>
                <a:path w="10033" h="6721" extrusionOk="0">
                  <a:moveTo>
                    <a:pt x="921" y="1"/>
                  </a:moveTo>
                  <a:cubicBezTo>
                    <a:pt x="413" y="1"/>
                    <a:pt x="1" y="411"/>
                    <a:pt x="1" y="921"/>
                  </a:cubicBezTo>
                  <a:lnTo>
                    <a:pt x="1" y="3679"/>
                  </a:lnTo>
                  <a:cubicBezTo>
                    <a:pt x="1" y="4186"/>
                    <a:pt x="411" y="4599"/>
                    <a:pt x="921" y="4599"/>
                  </a:cubicBezTo>
                  <a:lnTo>
                    <a:pt x="1720" y="4599"/>
                  </a:lnTo>
                  <a:lnTo>
                    <a:pt x="383" y="6721"/>
                  </a:lnTo>
                  <a:lnTo>
                    <a:pt x="3404" y="4599"/>
                  </a:lnTo>
                  <a:lnTo>
                    <a:pt x="9112" y="4599"/>
                  </a:lnTo>
                  <a:cubicBezTo>
                    <a:pt x="9619" y="4599"/>
                    <a:pt x="10033" y="4189"/>
                    <a:pt x="10033" y="3679"/>
                  </a:cubicBezTo>
                  <a:lnTo>
                    <a:pt x="10033" y="921"/>
                  </a:lnTo>
                  <a:cubicBezTo>
                    <a:pt x="10030" y="413"/>
                    <a:pt x="9617" y="1"/>
                    <a:pt x="9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5"/>
            <p:cNvSpPr/>
            <p:nvPr/>
          </p:nvSpPr>
          <p:spPr>
            <a:xfrm>
              <a:off x="3000440" y="4247424"/>
              <a:ext cx="148178" cy="141134"/>
            </a:xfrm>
            <a:custGeom>
              <a:avLst/>
              <a:gdLst/>
              <a:ahLst/>
              <a:cxnLst/>
              <a:rect l="l" t="t" r="r" b="b"/>
              <a:pathLst>
                <a:path w="1787" h="1702" extrusionOk="0">
                  <a:moveTo>
                    <a:pt x="484" y="1"/>
                  </a:moveTo>
                  <a:cubicBezTo>
                    <a:pt x="459" y="1"/>
                    <a:pt x="432" y="2"/>
                    <a:pt x="402" y="4"/>
                  </a:cubicBezTo>
                  <a:cubicBezTo>
                    <a:pt x="227" y="22"/>
                    <a:pt x="24" y="180"/>
                    <a:pt x="1" y="489"/>
                  </a:cubicBezTo>
                  <a:lnTo>
                    <a:pt x="1" y="590"/>
                  </a:lnTo>
                  <a:cubicBezTo>
                    <a:pt x="23" y="885"/>
                    <a:pt x="245" y="1246"/>
                    <a:pt x="895" y="1701"/>
                  </a:cubicBezTo>
                  <a:cubicBezTo>
                    <a:pt x="1542" y="1246"/>
                    <a:pt x="1765" y="885"/>
                    <a:pt x="1787" y="590"/>
                  </a:cubicBezTo>
                  <a:lnTo>
                    <a:pt x="1787" y="489"/>
                  </a:lnTo>
                  <a:cubicBezTo>
                    <a:pt x="1763" y="182"/>
                    <a:pt x="1562" y="22"/>
                    <a:pt x="1385" y="4"/>
                  </a:cubicBezTo>
                  <a:cubicBezTo>
                    <a:pt x="1356" y="2"/>
                    <a:pt x="1330" y="1"/>
                    <a:pt x="1304" y="1"/>
                  </a:cubicBezTo>
                  <a:cubicBezTo>
                    <a:pt x="1102" y="1"/>
                    <a:pt x="1004" y="88"/>
                    <a:pt x="895" y="222"/>
                  </a:cubicBezTo>
                  <a:cubicBezTo>
                    <a:pt x="783" y="88"/>
                    <a:pt x="687" y="1"/>
                    <a:pt x="4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6" name="Google Shape;556;p35"/>
            <p:cNvGrpSpPr/>
            <p:nvPr/>
          </p:nvGrpSpPr>
          <p:grpSpPr>
            <a:xfrm>
              <a:off x="2811963" y="4290958"/>
              <a:ext cx="515928" cy="98927"/>
              <a:chOff x="2811963" y="4290958"/>
              <a:chExt cx="515928" cy="98927"/>
            </a:xfrm>
          </p:grpSpPr>
          <p:sp>
            <p:nvSpPr>
              <p:cNvPr id="557" name="Google Shape;557;p35"/>
              <p:cNvSpPr/>
              <p:nvPr/>
            </p:nvSpPr>
            <p:spPr>
              <a:xfrm>
                <a:off x="2811963" y="4290958"/>
                <a:ext cx="45357" cy="97683"/>
              </a:xfrm>
              <a:custGeom>
                <a:avLst/>
                <a:gdLst/>
                <a:ahLst/>
                <a:cxnLst/>
                <a:rect l="l" t="t" r="r" b="b"/>
                <a:pathLst>
                  <a:path w="547" h="1178" extrusionOk="0">
                    <a:moveTo>
                      <a:pt x="275" y="1"/>
                    </a:moveTo>
                    <a:cubicBezTo>
                      <a:pt x="94" y="1"/>
                      <a:pt x="2" y="106"/>
                      <a:pt x="2" y="293"/>
                    </a:cubicBezTo>
                    <a:lnTo>
                      <a:pt x="2" y="406"/>
                    </a:lnTo>
                    <a:lnTo>
                      <a:pt x="174" y="406"/>
                    </a:lnTo>
                    <a:lnTo>
                      <a:pt x="174" y="282"/>
                    </a:lnTo>
                    <a:cubicBezTo>
                      <a:pt x="174" y="199"/>
                      <a:pt x="212" y="167"/>
                      <a:pt x="269" y="167"/>
                    </a:cubicBezTo>
                    <a:cubicBezTo>
                      <a:pt x="327" y="167"/>
                      <a:pt x="364" y="195"/>
                      <a:pt x="364" y="299"/>
                    </a:cubicBezTo>
                    <a:cubicBezTo>
                      <a:pt x="364" y="634"/>
                      <a:pt x="1" y="692"/>
                      <a:pt x="1" y="1034"/>
                    </a:cubicBezTo>
                    <a:lnTo>
                      <a:pt x="1" y="1178"/>
                    </a:lnTo>
                    <a:lnTo>
                      <a:pt x="530" y="1178"/>
                    </a:lnTo>
                    <a:lnTo>
                      <a:pt x="530" y="1010"/>
                    </a:lnTo>
                    <a:lnTo>
                      <a:pt x="183" y="1010"/>
                    </a:lnTo>
                    <a:cubicBezTo>
                      <a:pt x="182" y="1003"/>
                      <a:pt x="182" y="994"/>
                      <a:pt x="182" y="987"/>
                    </a:cubicBezTo>
                    <a:cubicBezTo>
                      <a:pt x="182" y="795"/>
                      <a:pt x="547" y="660"/>
                      <a:pt x="547" y="293"/>
                    </a:cubicBezTo>
                    <a:cubicBezTo>
                      <a:pt x="547" y="106"/>
                      <a:pt x="455" y="1"/>
                      <a:pt x="27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5"/>
              <p:cNvSpPr/>
              <p:nvPr/>
            </p:nvSpPr>
            <p:spPr>
              <a:xfrm>
                <a:off x="2865446" y="4290958"/>
                <a:ext cx="46186" cy="98927"/>
              </a:xfrm>
              <a:custGeom>
                <a:avLst/>
                <a:gdLst/>
                <a:ahLst/>
                <a:cxnLst/>
                <a:rect l="l" t="t" r="r" b="b"/>
                <a:pathLst>
                  <a:path w="557" h="1193" extrusionOk="0">
                    <a:moveTo>
                      <a:pt x="278" y="167"/>
                    </a:moveTo>
                    <a:cubicBezTo>
                      <a:pt x="336" y="167"/>
                      <a:pt x="373" y="199"/>
                      <a:pt x="373" y="282"/>
                    </a:cubicBezTo>
                    <a:lnTo>
                      <a:pt x="373" y="911"/>
                    </a:lnTo>
                    <a:cubicBezTo>
                      <a:pt x="373" y="994"/>
                      <a:pt x="336" y="1025"/>
                      <a:pt x="278" y="1025"/>
                    </a:cubicBezTo>
                    <a:cubicBezTo>
                      <a:pt x="220" y="1025"/>
                      <a:pt x="183" y="994"/>
                      <a:pt x="183" y="911"/>
                    </a:cubicBezTo>
                    <a:lnTo>
                      <a:pt x="183" y="282"/>
                    </a:lnTo>
                    <a:cubicBezTo>
                      <a:pt x="183" y="199"/>
                      <a:pt x="220" y="167"/>
                      <a:pt x="278" y="167"/>
                    </a:cubicBezTo>
                    <a:close/>
                    <a:moveTo>
                      <a:pt x="278" y="1"/>
                    </a:moveTo>
                    <a:cubicBezTo>
                      <a:pt x="99" y="1"/>
                      <a:pt x="1" y="106"/>
                      <a:pt x="1" y="293"/>
                    </a:cubicBezTo>
                    <a:lnTo>
                      <a:pt x="1" y="899"/>
                    </a:lnTo>
                    <a:cubicBezTo>
                      <a:pt x="1" y="1086"/>
                      <a:pt x="99" y="1193"/>
                      <a:pt x="278" y="1193"/>
                    </a:cubicBezTo>
                    <a:cubicBezTo>
                      <a:pt x="457" y="1193"/>
                      <a:pt x="557" y="1086"/>
                      <a:pt x="557" y="899"/>
                    </a:cubicBezTo>
                    <a:lnTo>
                      <a:pt x="557" y="293"/>
                    </a:lnTo>
                    <a:cubicBezTo>
                      <a:pt x="557" y="106"/>
                      <a:pt x="457" y="1"/>
                      <a:pt x="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5"/>
              <p:cNvSpPr/>
              <p:nvPr/>
            </p:nvSpPr>
            <p:spPr>
              <a:xfrm>
                <a:off x="2919925" y="4290958"/>
                <a:ext cx="46186" cy="98927"/>
              </a:xfrm>
              <a:custGeom>
                <a:avLst/>
                <a:gdLst/>
                <a:ahLst/>
                <a:cxnLst/>
                <a:rect l="l" t="t" r="r" b="b"/>
                <a:pathLst>
                  <a:path w="557" h="1193" extrusionOk="0">
                    <a:moveTo>
                      <a:pt x="279" y="167"/>
                    </a:moveTo>
                    <a:cubicBezTo>
                      <a:pt x="337" y="167"/>
                      <a:pt x="374" y="199"/>
                      <a:pt x="374" y="282"/>
                    </a:cubicBezTo>
                    <a:lnTo>
                      <a:pt x="374" y="911"/>
                    </a:lnTo>
                    <a:cubicBezTo>
                      <a:pt x="374" y="994"/>
                      <a:pt x="337" y="1025"/>
                      <a:pt x="279" y="1025"/>
                    </a:cubicBezTo>
                    <a:cubicBezTo>
                      <a:pt x="221" y="1025"/>
                      <a:pt x="184" y="994"/>
                      <a:pt x="184" y="911"/>
                    </a:cubicBezTo>
                    <a:lnTo>
                      <a:pt x="184" y="282"/>
                    </a:lnTo>
                    <a:cubicBezTo>
                      <a:pt x="184" y="199"/>
                      <a:pt x="221" y="167"/>
                      <a:pt x="279" y="167"/>
                    </a:cubicBezTo>
                    <a:close/>
                    <a:moveTo>
                      <a:pt x="279" y="1"/>
                    </a:moveTo>
                    <a:cubicBezTo>
                      <a:pt x="100" y="1"/>
                      <a:pt x="1" y="106"/>
                      <a:pt x="1" y="293"/>
                    </a:cubicBezTo>
                    <a:lnTo>
                      <a:pt x="1" y="899"/>
                    </a:lnTo>
                    <a:cubicBezTo>
                      <a:pt x="1" y="1086"/>
                      <a:pt x="100" y="1193"/>
                      <a:pt x="279" y="1193"/>
                    </a:cubicBezTo>
                    <a:cubicBezTo>
                      <a:pt x="459" y="1193"/>
                      <a:pt x="557" y="1086"/>
                      <a:pt x="557" y="899"/>
                    </a:cubicBezTo>
                    <a:lnTo>
                      <a:pt x="557" y="293"/>
                    </a:lnTo>
                    <a:cubicBezTo>
                      <a:pt x="557" y="106"/>
                      <a:pt x="459" y="1"/>
                      <a:pt x="2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5"/>
              <p:cNvSpPr/>
              <p:nvPr/>
            </p:nvSpPr>
            <p:spPr>
              <a:xfrm>
                <a:off x="3172582" y="4290958"/>
                <a:ext cx="46269" cy="98927"/>
              </a:xfrm>
              <a:custGeom>
                <a:avLst/>
                <a:gdLst/>
                <a:ahLst/>
                <a:cxnLst/>
                <a:rect l="l" t="t" r="r" b="b"/>
                <a:pathLst>
                  <a:path w="558" h="1193" extrusionOk="0">
                    <a:moveTo>
                      <a:pt x="279" y="586"/>
                    </a:moveTo>
                    <a:cubicBezTo>
                      <a:pt x="337" y="586"/>
                      <a:pt x="374" y="617"/>
                      <a:pt x="374" y="701"/>
                    </a:cubicBezTo>
                    <a:lnTo>
                      <a:pt x="374" y="911"/>
                    </a:lnTo>
                    <a:cubicBezTo>
                      <a:pt x="374" y="994"/>
                      <a:pt x="337" y="1024"/>
                      <a:pt x="279" y="1024"/>
                    </a:cubicBezTo>
                    <a:cubicBezTo>
                      <a:pt x="221" y="1024"/>
                      <a:pt x="184" y="994"/>
                      <a:pt x="184" y="911"/>
                    </a:cubicBezTo>
                    <a:lnTo>
                      <a:pt x="184" y="701"/>
                    </a:lnTo>
                    <a:cubicBezTo>
                      <a:pt x="184" y="617"/>
                      <a:pt x="221" y="586"/>
                      <a:pt x="279" y="586"/>
                    </a:cubicBezTo>
                    <a:close/>
                    <a:moveTo>
                      <a:pt x="280" y="1"/>
                    </a:moveTo>
                    <a:cubicBezTo>
                      <a:pt x="89" y="1"/>
                      <a:pt x="0" y="106"/>
                      <a:pt x="0" y="303"/>
                    </a:cubicBezTo>
                    <a:lnTo>
                      <a:pt x="2" y="303"/>
                    </a:lnTo>
                    <a:lnTo>
                      <a:pt x="2" y="899"/>
                    </a:lnTo>
                    <a:cubicBezTo>
                      <a:pt x="2" y="1086"/>
                      <a:pt x="101" y="1193"/>
                      <a:pt x="280" y="1193"/>
                    </a:cubicBezTo>
                    <a:cubicBezTo>
                      <a:pt x="460" y="1193"/>
                      <a:pt x="557" y="1086"/>
                      <a:pt x="557" y="899"/>
                    </a:cubicBezTo>
                    <a:lnTo>
                      <a:pt x="557" y="686"/>
                    </a:lnTo>
                    <a:cubicBezTo>
                      <a:pt x="557" y="514"/>
                      <a:pt x="489" y="419"/>
                      <a:pt x="354" y="419"/>
                    </a:cubicBezTo>
                    <a:cubicBezTo>
                      <a:pt x="273" y="419"/>
                      <a:pt x="215" y="456"/>
                      <a:pt x="184" y="523"/>
                    </a:cubicBezTo>
                    <a:lnTo>
                      <a:pt x="184" y="311"/>
                    </a:lnTo>
                    <a:cubicBezTo>
                      <a:pt x="184" y="199"/>
                      <a:pt x="221" y="167"/>
                      <a:pt x="286" y="167"/>
                    </a:cubicBezTo>
                    <a:cubicBezTo>
                      <a:pt x="343" y="167"/>
                      <a:pt x="380" y="199"/>
                      <a:pt x="380" y="282"/>
                    </a:cubicBezTo>
                    <a:lnTo>
                      <a:pt x="380" y="322"/>
                    </a:lnTo>
                    <a:lnTo>
                      <a:pt x="553" y="322"/>
                    </a:lnTo>
                    <a:lnTo>
                      <a:pt x="553" y="293"/>
                    </a:lnTo>
                    <a:cubicBezTo>
                      <a:pt x="553" y="106"/>
                      <a:pt x="460" y="1"/>
                      <a:pt x="2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>
                <a:off x="3226977" y="4290958"/>
                <a:ext cx="46186" cy="98927"/>
              </a:xfrm>
              <a:custGeom>
                <a:avLst/>
                <a:gdLst/>
                <a:ahLst/>
                <a:cxnLst/>
                <a:rect l="l" t="t" r="r" b="b"/>
                <a:pathLst>
                  <a:path w="557" h="1193" extrusionOk="0">
                    <a:moveTo>
                      <a:pt x="278" y="167"/>
                    </a:moveTo>
                    <a:cubicBezTo>
                      <a:pt x="336" y="167"/>
                      <a:pt x="373" y="199"/>
                      <a:pt x="373" y="282"/>
                    </a:cubicBezTo>
                    <a:lnTo>
                      <a:pt x="373" y="911"/>
                    </a:lnTo>
                    <a:cubicBezTo>
                      <a:pt x="373" y="994"/>
                      <a:pt x="336" y="1025"/>
                      <a:pt x="278" y="1025"/>
                    </a:cubicBezTo>
                    <a:cubicBezTo>
                      <a:pt x="220" y="1025"/>
                      <a:pt x="183" y="994"/>
                      <a:pt x="183" y="911"/>
                    </a:cubicBezTo>
                    <a:lnTo>
                      <a:pt x="183" y="282"/>
                    </a:lnTo>
                    <a:cubicBezTo>
                      <a:pt x="183" y="199"/>
                      <a:pt x="220" y="167"/>
                      <a:pt x="278" y="167"/>
                    </a:cubicBezTo>
                    <a:close/>
                    <a:moveTo>
                      <a:pt x="278" y="1"/>
                    </a:moveTo>
                    <a:cubicBezTo>
                      <a:pt x="99" y="1"/>
                      <a:pt x="1" y="106"/>
                      <a:pt x="1" y="293"/>
                    </a:cubicBezTo>
                    <a:lnTo>
                      <a:pt x="1" y="899"/>
                    </a:lnTo>
                    <a:cubicBezTo>
                      <a:pt x="1" y="1086"/>
                      <a:pt x="99" y="1193"/>
                      <a:pt x="278" y="1193"/>
                    </a:cubicBezTo>
                    <a:cubicBezTo>
                      <a:pt x="459" y="1193"/>
                      <a:pt x="557" y="1086"/>
                      <a:pt x="557" y="899"/>
                    </a:cubicBezTo>
                    <a:lnTo>
                      <a:pt x="557" y="293"/>
                    </a:lnTo>
                    <a:cubicBezTo>
                      <a:pt x="557" y="106"/>
                      <a:pt x="459" y="1"/>
                      <a:pt x="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5"/>
              <p:cNvSpPr/>
              <p:nvPr/>
            </p:nvSpPr>
            <p:spPr>
              <a:xfrm>
                <a:off x="3281705" y="4290958"/>
                <a:ext cx="46186" cy="98927"/>
              </a:xfrm>
              <a:custGeom>
                <a:avLst/>
                <a:gdLst/>
                <a:ahLst/>
                <a:cxnLst/>
                <a:rect l="l" t="t" r="r" b="b"/>
                <a:pathLst>
                  <a:path w="557" h="1193" extrusionOk="0">
                    <a:moveTo>
                      <a:pt x="278" y="167"/>
                    </a:moveTo>
                    <a:cubicBezTo>
                      <a:pt x="336" y="167"/>
                      <a:pt x="373" y="199"/>
                      <a:pt x="373" y="282"/>
                    </a:cubicBezTo>
                    <a:lnTo>
                      <a:pt x="373" y="911"/>
                    </a:lnTo>
                    <a:cubicBezTo>
                      <a:pt x="373" y="994"/>
                      <a:pt x="336" y="1025"/>
                      <a:pt x="278" y="1025"/>
                    </a:cubicBezTo>
                    <a:cubicBezTo>
                      <a:pt x="221" y="1025"/>
                      <a:pt x="184" y="994"/>
                      <a:pt x="184" y="911"/>
                    </a:cubicBezTo>
                    <a:lnTo>
                      <a:pt x="184" y="282"/>
                    </a:lnTo>
                    <a:cubicBezTo>
                      <a:pt x="184" y="199"/>
                      <a:pt x="221" y="167"/>
                      <a:pt x="278" y="167"/>
                    </a:cubicBezTo>
                    <a:close/>
                    <a:moveTo>
                      <a:pt x="278" y="1"/>
                    </a:moveTo>
                    <a:cubicBezTo>
                      <a:pt x="98" y="1"/>
                      <a:pt x="1" y="106"/>
                      <a:pt x="1" y="293"/>
                    </a:cubicBezTo>
                    <a:lnTo>
                      <a:pt x="1" y="899"/>
                    </a:lnTo>
                    <a:cubicBezTo>
                      <a:pt x="1" y="1086"/>
                      <a:pt x="98" y="1193"/>
                      <a:pt x="278" y="1193"/>
                    </a:cubicBezTo>
                    <a:cubicBezTo>
                      <a:pt x="459" y="1193"/>
                      <a:pt x="556" y="1086"/>
                      <a:pt x="556" y="899"/>
                    </a:cubicBezTo>
                    <a:lnTo>
                      <a:pt x="556" y="293"/>
                    </a:lnTo>
                    <a:cubicBezTo>
                      <a:pt x="556" y="106"/>
                      <a:pt x="459" y="1"/>
                      <a:pt x="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3" name="Google Shape;563;p35"/>
            <p:cNvSpPr/>
            <p:nvPr/>
          </p:nvSpPr>
          <p:spPr>
            <a:xfrm>
              <a:off x="2668511" y="4225864"/>
              <a:ext cx="89637" cy="89390"/>
            </a:xfrm>
            <a:custGeom>
              <a:avLst/>
              <a:gdLst/>
              <a:ahLst/>
              <a:cxnLst/>
              <a:rect l="l" t="t" r="r" b="b"/>
              <a:pathLst>
                <a:path w="1081" h="1078" extrusionOk="0">
                  <a:moveTo>
                    <a:pt x="541" y="0"/>
                  </a:moveTo>
                  <a:cubicBezTo>
                    <a:pt x="243" y="0"/>
                    <a:pt x="1" y="240"/>
                    <a:pt x="1" y="540"/>
                  </a:cubicBezTo>
                  <a:cubicBezTo>
                    <a:pt x="1" y="838"/>
                    <a:pt x="243" y="1078"/>
                    <a:pt x="541" y="1078"/>
                  </a:cubicBezTo>
                  <a:cubicBezTo>
                    <a:pt x="839" y="1078"/>
                    <a:pt x="1080" y="838"/>
                    <a:pt x="1080" y="540"/>
                  </a:cubicBezTo>
                  <a:cubicBezTo>
                    <a:pt x="1080" y="243"/>
                    <a:pt x="837" y="0"/>
                    <a:pt x="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5"/>
            <p:cNvSpPr/>
            <p:nvPr/>
          </p:nvSpPr>
          <p:spPr>
            <a:xfrm>
              <a:off x="2636587" y="4309533"/>
              <a:ext cx="153153" cy="100917"/>
            </a:xfrm>
            <a:custGeom>
              <a:avLst/>
              <a:gdLst/>
              <a:ahLst/>
              <a:cxnLst/>
              <a:rect l="l" t="t" r="r" b="b"/>
              <a:pathLst>
                <a:path w="1847" h="1217" extrusionOk="0">
                  <a:moveTo>
                    <a:pt x="886" y="1"/>
                  </a:moveTo>
                  <a:cubicBezTo>
                    <a:pt x="398" y="1"/>
                    <a:pt x="1" y="543"/>
                    <a:pt x="1" y="1216"/>
                  </a:cubicBezTo>
                  <a:lnTo>
                    <a:pt x="1846" y="1216"/>
                  </a:lnTo>
                  <a:cubicBezTo>
                    <a:pt x="1846" y="543"/>
                    <a:pt x="1452" y="1"/>
                    <a:pt x="9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5" name="Google Shape;565;p35">
            <a:hlinkClick r:id="" action="ppaction://hlinkshowjump?jump=nextslide"/>
          </p:cNvPr>
          <p:cNvSpPr/>
          <p:nvPr/>
        </p:nvSpPr>
        <p:spPr>
          <a:xfrm>
            <a:off x="850702" y="460850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5">
            <a:hlinkClick r:id="" action="ppaction://hlinkshowjump?jump=nextslide"/>
          </p:cNvPr>
          <p:cNvSpPr/>
          <p:nvPr/>
        </p:nvSpPr>
        <p:spPr>
          <a:xfrm>
            <a:off x="925738" y="4700727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5">
            <a:hlinkClick r:id="" action="ppaction://hlinkshowjump?jump=previousslide"/>
          </p:cNvPr>
          <p:cNvSpPr/>
          <p:nvPr/>
        </p:nvSpPr>
        <p:spPr>
          <a:xfrm>
            <a:off x="422198" y="4608530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5">
            <a:hlinkClick r:id="" action="ppaction://hlinkshowjump?jump=previousslide"/>
          </p:cNvPr>
          <p:cNvSpPr/>
          <p:nvPr/>
        </p:nvSpPr>
        <p:spPr>
          <a:xfrm flipH="1">
            <a:off x="494354" y="4700744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8B90F2-AC08-0A62-21A5-482C4A2C2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459299"/>
              </p:ext>
            </p:extLst>
          </p:nvPr>
        </p:nvGraphicFramePr>
        <p:xfrm>
          <a:off x="715354" y="2922247"/>
          <a:ext cx="7544013" cy="361525"/>
        </p:xfrm>
        <a:graphic>
          <a:graphicData uri="http://schemas.openxmlformats.org/drawingml/2006/table">
            <a:tbl>
              <a:tblPr>
                <a:noFill/>
                <a:tableStyleId>{27E2C583-1F10-44CF-8DA6-FB806B4A8C8E}</a:tableStyleId>
              </a:tblPr>
              <a:tblGrid>
                <a:gridCol w="2676813">
                  <a:extLst>
                    <a:ext uri="{9D8B030D-6E8A-4147-A177-3AD203B41FA5}">
                      <a16:colId xmlns:a16="http://schemas.microsoft.com/office/drawing/2014/main" val="724760713"/>
                    </a:ext>
                  </a:extLst>
                </a:gridCol>
                <a:gridCol w="4867200">
                  <a:extLst>
                    <a:ext uri="{9D8B030D-6E8A-4147-A177-3AD203B41FA5}">
                      <a16:colId xmlns:a16="http://schemas.microsoft.com/office/drawing/2014/main" val="3701321992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 err="1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Tratarea</a:t>
                      </a:r>
                      <a:r>
                        <a:rPr lang="en-US" sz="900" dirty="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valorilor</a:t>
                      </a:r>
                      <a:r>
                        <a:rPr lang="en-US" sz="900" dirty="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lipsa</a:t>
                      </a:r>
                      <a:r>
                        <a:rPr lang="en-US" sz="900" dirty="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NaN</a:t>
                      </a:r>
                      <a:endParaRPr lang="en-US" sz="900" dirty="0">
                        <a:solidFill>
                          <a:schemeClr val="accent3"/>
                        </a:solidFill>
                        <a:latin typeface="Bowlby One"/>
                        <a:ea typeface="Bowlby One"/>
                        <a:cs typeface="Bowlby One"/>
                        <a:sym typeface="Bowlby O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819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valori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lipsă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 – ‘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Deloc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DM Sans" pitchFamily="2" charset="0"/>
                          <a:ea typeface="Arial"/>
                          <a:cs typeface="Arial"/>
                          <a:sym typeface="Arial"/>
                        </a:rPr>
                        <a:t>’</a:t>
                      </a:r>
                      <a:endParaRPr sz="1200" dirty="0">
                        <a:solidFill>
                          <a:schemeClr val="dk1"/>
                        </a:solidFill>
                        <a:latin typeface="DM Sans" pitchFamily="2" charset="0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30071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411633-94A6-B225-F520-0454C974D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131404"/>
              </p:ext>
            </p:extLst>
          </p:nvPr>
        </p:nvGraphicFramePr>
        <p:xfrm>
          <a:off x="715354" y="3492889"/>
          <a:ext cx="7544013" cy="361525"/>
        </p:xfrm>
        <a:graphic>
          <a:graphicData uri="http://schemas.openxmlformats.org/drawingml/2006/table">
            <a:tbl>
              <a:tblPr>
                <a:noFill/>
                <a:tableStyleId>{27E2C583-1F10-44CF-8DA6-FB806B4A8C8E}</a:tableStyleId>
              </a:tblPr>
              <a:tblGrid>
                <a:gridCol w="2676813">
                  <a:extLst>
                    <a:ext uri="{9D8B030D-6E8A-4147-A177-3AD203B41FA5}">
                      <a16:colId xmlns:a16="http://schemas.microsoft.com/office/drawing/2014/main" val="724760713"/>
                    </a:ext>
                  </a:extLst>
                </a:gridCol>
                <a:gridCol w="4867200">
                  <a:extLst>
                    <a:ext uri="{9D8B030D-6E8A-4147-A177-3AD203B41FA5}">
                      <a16:colId xmlns:a16="http://schemas.microsoft.com/office/drawing/2014/main" val="3701321992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 err="1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Binarizarea</a:t>
                      </a:r>
                      <a:r>
                        <a:rPr lang="en-US" sz="900" dirty="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variabilei</a:t>
                      </a:r>
                      <a:r>
                        <a:rPr lang="en-US" sz="900" dirty="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Bowlby One"/>
                          <a:ea typeface="Bowlby One"/>
                          <a:cs typeface="Bowlby One"/>
                          <a:sym typeface="Bowlby One"/>
                        </a:rPr>
                        <a:t>ținta</a:t>
                      </a:r>
                      <a:endParaRPr lang="en-US" sz="900" dirty="0">
                        <a:solidFill>
                          <a:schemeClr val="accent3"/>
                        </a:solidFill>
                        <a:latin typeface="Bowlby One"/>
                        <a:ea typeface="Bowlby One"/>
                        <a:cs typeface="Bowlby One"/>
                        <a:sym typeface="Bowlby On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dirty="0"/>
                        <a:t>0 </a:t>
                      </a:r>
                      <a:r>
                        <a:rPr lang="en-US" sz="1200" dirty="0" err="1"/>
                        <a:t>absența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și</a:t>
                      </a:r>
                      <a:r>
                        <a:rPr lang="en-US" sz="1200" dirty="0"/>
                        <a:t> 1 </a:t>
                      </a:r>
                      <a:r>
                        <a:rPr lang="en-US" sz="1200" dirty="0" err="1"/>
                        <a:t>prezența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oricărui</a:t>
                      </a:r>
                      <a:r>
                        <a:rPr lang="en-US" sz="1200" dirty="0"/>
                        <a:t> grad de </a:t>
                      </a:r>
                      <a:r>
                        <a:rPr lang="en-US" sz="1200" dirty="0" err="1"/>
                        <a:t>risc</a:t>
                      </a:r>
                      <a:endParaRPr sz="1200" dirty="0">
                        <a:solidFill>
                          <a:schemeClr val="dk1"/>
                        </a:solidFill>
                        <a:latin typeface="DM Sans" pitchFamily="2" charset="0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3007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>
          <a:extLst>
            <a:ext uri="{FF2B5EF4-FFF2-40B4-BE49-F238E27FC236}">
              <a16:creationId xmlns:a16="http://schemas.microsoft.com/office/drawing/2014/main" id="{07F64CB3-89E4-F8BF-E9D6-409AC8960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6">
            <a:extLst>
              <a:ext uri="{FF2B5EF4-FFF2-40B4-BE49-F238E27FC236}">
                <a16:creationId xmlns:a16="http://schemas.microsoft.com/office/drawing/2014/main" id="{C1785274-EE23-FF51-4732-B247BEC935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07375" y="2105631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b="1" dirty="0"/>
              <a:t>votul majoritar a 50 de arbori</a:t>
            </a:r>
            <a:endParaRPr b="1" dirty="0"/>
          </a:p>
        </p:txBody>
      </p:sp>
      <p:sp>
        <p:nvSpPr>
          <p:cNvPr id="574" name="Google Shape;574;p36">
            <a:extLst>
              <a:ext uri="{FF2B5EF4-FFF2-40B4-BE49-F238E27FC236}">
                <a16:creationId xmlns:a16="http://schemas.microsoft.com/office/drawing/2014/main" id="{FA79486A-1467-012D-31F2-BAEF383675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owlby One"/>
                <a:ea typeface="Bowlby One"/>
                <a:cs typeface="Bowlby One"/>
                <a:sym typeface="Bowlby One"/>
              </a:rPr>
              <a:t>Algoritmi</a:t>
            </a:r>
            <a:endParaRPr dirty="0">
              <a:latin typeface="Bowlby One"/>
              <a:ea typeface="Bowlby One"/>
              <a:cs typeface="Bowlby One"/>
              <a:sym typeface="Bowlby One"/>
            </a:endParaRPr>
          </a:p>
        </p:txBody>
      </p:sp>
      <p:sp>
        <p:nvSpPr>
          <p:cNvPr id="575" name="Google Shape;575;p36">
            <a:extLst>
              <a:ext uri="{FF2B5EF4-FFF2-40B4-BE49-F238E27FC236}">
                <a16:creationId xmlns:a16="http://schemas.microsoft.com/office/drawing/2014/main" id="{79D0EED1-A930-4081-7B5B-50D052D800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013904" y="1321488"/>
            <a:ext cx="707400" cy="4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6" name="Google Shape;576;p36">
            <a:extLst>
              <a:ext uri="{FF2B5EF4-FFF2-40B4-BE49-F238E27FC236}">
                <a16:creationId xmlns:a16="http://schemas.microsoft.com/office/drawing/2014/main" id="{7F29AEFC-7786-2AC1-8C8F-20C83E91455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54629" y="1803000"/>
            <a:ext cx="2336400" cy="4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Decision Tree</a:t>
            </a:r>
          </a:p>
        </p:txBody>
      </p:sp>
      <p:sp>
        <p:nvSpPr>
          <p:cNvPr id="580" name="Google Shape;580;p36">
            <a:extLst>
              <a:ext uri="{FF2B5EF4-FFF2-40B4-BE49-F238E27FC236}">
                <a16:creationId xmlns:a16="http://schemas.microsoft.com/office/drawing/2014/main" id="{B0FE4E78-F10E-7588-E1CF-775C5DFFA5D4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350354" y="1321488"/>
            <a:ext cx="707400" cy="4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1" name="Google Shape;581;p36">
            <a:extLst>
              <a:ext uri="{FF2B5EF4-FFF2-40B4-BE49-F238E27FC236}">
                <a16:creationId xmlns:a16="http://schemas.microsoft.com/office/drawing/2014/main" id="{BE8C3BB7-24CD-B4EB-07CD-88C2CFE7E6E0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194148" y="2105631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5 </a:t>
            </a:r>
            <a:r>
              <a:rPr lang="en-US" b="1" dirty="0" err="1"/>
              <a:t>intrebari</a:t>
            </a:r>
            <a:r>
              <a:rPr lang="en-US" b="1" dirty="0"/>
              <a:t> </a:t>
            </a:r>
            <a:endParaRPr b="1" dirty="0"/>
          </a:p>
        </p:txBody>
      </p:sp>
      <p:sp>
        <p:nvSpPr>
          <p:cNvPr id="582" name="Google Shape;582;p36">
            <a:extLst>
              <a:ext uri="{FF2B5EF4-FFF2-40B4-BE49-F238E27FC236}">
                <a16:creationId xmlns:a16="http://schemas.microsoft.com/office/drawing/2014/main" id="{3FA1CEAA-AA14-DE7C-CE49-8FB70DFDBF0A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3591079" y="1803000"/>
            <a:ext cx="2336400" cy="4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Random Forest</a:t>
            </a:r>
            <a:endParaRPr dirty="0"/>
          </a:p>
        </p:txBody>
      </p:sp>
      <p:sp>
        <p:nvSpPr>
          <p:cNvPr id="586" name="Google Shape;586;p36">
            <a:extLst>
              <a:ext uri="{FF2B5EF4-FFF2-40B4-BE49-F238E27FC236}">
                <a16:creationId xmlns:a16="http://schemas.microsoft.com/office/drawing/2014/main" id="{70446ACE-8EE8-BD75-3E9F-640371D82F97}"/>
              </a:ext>
            </a:extLst>
          </p:cNvPr>
          <p:cNvSpPr txBox="1">
            <a:spLocks noGrp="1"/>
          </p:cNvSpPr>
          <p:nvPr>
            <p:ph type="title" idx="16"/>
          </p:nvPr>
        </p:nvSpPr>
        <p:spPr>
          <a:xfrm>
            <a:off x="6686804" y="1321488"/>
            <a:ext cx="707400" cy="4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7" name="Google Shape;587;p36">
            <a:extLst>
              <a:ext uri="{FF2B5EF4-FFF2-40B4-BE49-F238E27FC236}">
                <a16:creationId xmlns:a16="http://schemas.microsoft.com/office/drawing/2014/main" id="{DF3CC085-4998-D90E-AA4C-DC123D59B36D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5975207" y="21110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calculează</a:t>
            </a:r>
            <a:r>
              <a:rPr lang="en-US" b="1" dirty="0"/>
              <a:t> o </a:t>
            </a:r>
            <a:r>
              <a:rPr lang="en-US" b="1" dirty="0" err="1"/>
              <a:t>probabilitate</a:t>
            </a:r>
            <a:r>
              <a:rPr lang="en-US" b="1" dirty="0"/>
              <a:t> </a:t>
            </a:r>
            <a:r>
              <a:rPr lang="en-US" b="1" dirty="0" err="1"/>
              <a:t>matematică</a:t>
            </a:r>
            <a:endParaRPr b="1" dirty="0"/>
          </a:p>
        </p:txBody>
      </p:sp>
      <p:sp>
        <p:nvSpPr>
          <p:cNvPr id="588" name="Google Shape;588;p36">
            <a:extLst>
              <a:ext uri="{FF2B5EF4-FFF2-40B4-BE49-F238E27FC236}">
                <a16:creationId xmlns:a16="http://schemas.microsoft.com/office/drawing/2014/main" id="{A4E63A89-521D-BA13-F3BC-F106BF5C25FD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5823813" y="1795320"/>
            <a:ext cx="2942871" cy="4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Logistic Regression</a:t>
            </a:r>
            <a:endParaRPr dirty="0"/>
          </a:p>
        </p:txBody>
      </p:sp>
      <p:sp>
        <p:nvSpPr>
          <p:cNvPr id="592" name="Google Shape;592;p36">
            <a:extLst>
              <a:ext uri="{FF2B5EF4-FFF2-40B4-BE49-F238E27FC236}">
                <a16:creationId xmlns:a16="http://schemas.microsoft.com/office/drawing/2014/main" id="{6608E34A-CE3B-27F6-09ED-617A4561AE9E}"/>
              </a:ext>
            </a:extLst>
          </p:cNvPr>
          <p:cNvSpPr/>
          <p:nvPr/>
        </p:nvSpPr>
        <p:spPr>
          <a:xfrm rot="-1149736">
            <a:off x="8171650" y="3935162"/>
            <a:ext cx="537783" cy="468222"/>
          </a:xfrm>
          <a:custGeom>
            <a:avLst/>
            <a:gdLst/>
            <a:ahLst/>
            <a:cxnLst/>
            <a:rect l="l" t="t" r="r" b="b"/>
            <a:pathLst>
              <a:path w="6958" h="6058" extrusionOk="0">
                <a:moveTo>
                  <a:pt x="3903" y="1"/>
                </a:moveTo>
                <a:cubicBezTo>
                  <a:pt x="3640" y="1"/>
                  <a:pt x="3429" y="195"/>
                  <a:pt x="3429" y="435"/>
                </a:cubicBezTo>
                <a:lnTo>
                  <a:pt x="3429" y="898"/>
                </a:lnTo>
                <a:cubicBezTo>
                  <a:pt x="3304" y="2429"/>
                  <a:pt x="2141" y="2828"/>
                  <a:pt x="2141" y="2828"/>
                </a:cubicBezTo>
                <a:lnTo>
                  <a:pt x="2141" y="2396"/>
                </a:lnTo>
                <a:lnTo>
                  <a:pt x="0" y="2396"/>
                </a:lnTo>
                <a:lnTo>
                  <a:pt x="0" y="6058"/>
                </a:lnTo>
                <a:lnTo>
                  <a:pt x="2141" y="6058"/>
                </a:lnTo>
                <a:lnTo>
                  <a:pt x="2141" y="5594"/>
                </a:lnTo>
                <a:cubicBezTo>
                  <a:pt x="2141" y="5594"/>
                  <a:pt x="2633" y="5935"/>
                  <a:pt x="4016" y="5954"/>
                </a:cubicBezTo>
                <a:cubicBezTo>
                  <a:pt x="4083" y="5985"/>
                  <a:pt x="4155" y="6006"/>
                  <a:pt x="4233" y="6006"/>
                </a:cubicBezTo>
                <a:lnTo>
                  <a:pt x="5862" y="6006"/>
                </a:lnTo>
                <a:cubicBezTo>
                  <a:pt x="6136" y="6006"/>
                  <a:pt x="6358" y="5782"/>
                  <a:pt x="6358" y="5508"/>
                </a:cubicBezTo>
                <a:cubicBezTo>
                  <a:pt x="6358" y="5335"/>
                  <a:pt x="6269" y="5183"/>
                  <a:pt x="6136" y="5094"/>
                </a:cubicBezTo>
                <a:cubicBezTo>
                  <a:pt x="6375" y="5057"/>
                  <a:pt x="6558" y="4853"/>
                  <a:pt x="6558" y="4605"/>
                </a:cubicBezTo>
                <a:cubicBezTo>
                  <a:pt x="6558" y="4433"/>
                  <a:pt x="6470" y="4281"/>
                  <a:pt x="6336" y="4192"/>
                </a:cubicBezTo>
                <a:cubicBezTo>
                  <a:pt x="6575" y="4154"/>
                  <a:pt x="6759" y="3951"/>
                  <a:pt x="6759" y="3702"/>
                </a:cubicBezTo>
                <a:cubicBezTo>
                  <a:pt x="6759" y="3530"/>
                  <a:pt x="6670" y="3378"/>
                  <a:pt x="6536" y="3287"/>
                </a:cubicBezTo>
                <a:cubicBezTo>
                  <a:pt x="6772" y="3252"/>
                  <a:pt x="6957" y="3049"/>
                  <a:pt x="6957" y="2800"/>
                </a:cubicBezTo>
                <a:cubicBezTo>
                  <a:pt x="6957" y="2525"/>
                  <a:pt x="6735" y="2301"/>
                  <a:pt x="6461" y="2301"/>
                </a:cubicBezTo>
                <a:lnTo>
                  <a:pt x="4831" y="2301"/>
                </a:lnTo>
                <a:cubicBezTo>
                  <a:pt x="4756" y="2301"/>
                  <a:pt x="4683" y="2321"/>
                  <a:pt x="4618" y="2352"/>
                </a:cubicBezTo>
                <a:lnTo>
                  <a:pt x="4284" y="2352"/>
                </a:lnTo>
                <a:cubicBezTo>
                  <a:pt x="4514" y="1683"/>
                  <a:pt x="4379" y="435"/>
                  <a:pt x="4379" y="435"/>
                </a:cubicBezTo>
                <a:cubicBezTo>
                  <a:pt x="4379" y="195"/>
                  <a:pt x="4166" y="1"/>
                  <a:pt x="39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3" name="Google Shape;593;p36">
            <a:extLst>
              <a:ext uri="{FF2B5EF4-FFF2-40B4-BE49-F238E27FC236}">
                <a16:creationId xmlns:a16="http://schemas.microsoft.com/office/drawing/2014/main" id="{4F6D3E2D-F1A1-C30E-A3B5-B2156955A7FE}"/>
              </a:ext>
            </a:extLst>
          </p:cNvPr>
          <p:cNvGrpSpPr/>
          <p:nvPr/>
        </p:nvGrpSpPr>
        <p:grpSpPr>
          <a:xfrm>
            <a:off x="6721489" y="313891"/>
            <a:ext cx="485454" cy="442220"/>
            <a:chOff x="1453550" y="959950"/>
            <a:chExt cx="167925" cy="152975"/>
          </a:xfrm>
        </p:grpSpPr>
        <p:sp>
          <p:nvSpPr>
            <p:cNvPr id="594" name="Google Shape;594;p36">
              <a:extLst>
                <a:ext uri="{FF2B5EF4-FFF2-40B4-BE49-F238E27FC236}">
                  <a16:creationId xmlns:a16="http://schemas.microsoft.com/office/drawing/2014/main" id="{F307402E-6F1D-2595-4529-FBC07BDCA7B5}"/>
                </a:ext>
              </a:extLst>
            </p:cNvPr>
            <p:cNvSpPr/>
            <p:nvPr/>
          </p:nvSpPr>
          <p:spPr>
            <a:xfrm>
              <a:off x="1453550" y="959950"/>
              <a:ext cx="167925" cy="152975"/>
            </a:xfrm>
            <a:custGeom>
              <a:avLst/>
              <a:gdLst/>
              <a:ahLst/>
              <a:cxnLst/>
              <a:rect l="l" t="t" r="r" b="b"/>
              <a:pathLst>
                <a:path w="6717" h="6119" extrusionOk="0">
                  <a:moveTo>
                    <a:pt x="3359" y="0"/>
                  </a:moveTo>
                  <a:cubicBezTo>
                    <a:pt x="2576" y="0"/>
                    <a:pt x="1793" y="299"/>
                    <a:pt x="1195" y="896"/>
                  </a:cubicBezTo>
                  <a:cubicBezTo>
                    <a:pt x="1" y="2091"/>
                    <a:pt x="1" y="4027"/>
                    <a:pt x="1195" y="5222"/>
                  </a:cubicBezTo>
                  <a:cubicBezTo>
                    <a:pt x="1793" y="5820"/>
                    <a:pt x="2576" y="6118"/>
                    <a:pt x="3359" y="6118"/>
                  </a:cubicBezTo>
                  <a:cubicBezTo>
                    <a:pt x="4142" y="6118"/>
                    <a:pt x="4925" y="5820"/>
                    <a:pt x="5523" y="5222"/>
                  </a:cubicBezTo>
                  <a:cubicBezTo>
                    <a:pt x="6716" y="4027"/>
                    <a:pt x="6716" y="2091"/>
                    <a:pt x="5523" y="896"/>
                  </a:cubicBezTo>
                  <a:cubicBezTo>
                    <a:pt x="4925" y="299"/>
                    <a:pt x="4142" y="0"/>
                    <a:pt x="3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6">
              <a:extLst>
                <a:ext uri="{FF2B5EF4-FFF2-40B4-BE49-F238E27FC236}">
                  <a16:creationId xmlns:a16="http://schemas.microsoft.com/office/drawing/2014/main" id="{88D6EC84-CCC0-3B7B-A167-5D8124B4E0EB}"/>
                </a:ext>
              </a:extLst>
            </p:cNvPr>
            <p:cNvSpPr/>
            <p:nvPr/>
          </p:nvSpPr>
          <p:spPr>
            <a:xfrm>
              <a:off x="1495475" y="998925"/>
              <a:ext cx="84150" cy="80175"/>
            </a:xfrm>
            <a:custGeom>
              <a:avLst/>
              <a:gdLst/>
              <a:ahLst/>
              <a:cxnLst/>
              <a:rect l="l" t="t" r="r" b="b"/>
              <a:pathLst>
                <a:path w="3366" h="3207" extrusionOk="0">
                  <a:moveTo>
                    <a:pt x="909" y="0"/>
                  </a:moveTo>
                  <a:cubicBezTo>
                    <a:pt x="863" y="0"/>
                    <a:pt x="811" y="2"/>
                    <a:pt x="758" y="8"/>
                  </a:cubicBezTo>
                  <a:cubicBezTo>
                    <a:pt x="427" y="40"/>
                    <a:pt x="46" y="343"/>
                    <a:pt x="0" y="921"/>
                  </a:cubicBezTo>
                  <a:lnTo>
                    <a:pt x="0" y="1113"/>
                  </a:lnTo>
                  <a:cubicBezTo>
                    <a:pt x="42" y="1668"/>
                    <a:pt x="461" y="2351"/>
                    <a:pt x="1683" y="3207"/>
                  </a:cubicBezTo>
                  <a:cubicBezTo>
                    <a:pt x="2903" y="2350"/>
                    <a:pt x="3322" y="1668"/>
                    <a:pt x="3365" y="1113"/>
                  </a:cubicBezTo>
                  <a:lnTo>
                    <a:pt x="3365" y="921"/>
                  </a:lnTo>
                  <a:cubicBezTo>
                    <a:pt x="3318" y="341"/>
                    <a:pt x="2937" y="39"/>
                    <a:pt x="2606" y="8"/>
                  </a:cubicBezTo>
                  <a:cubicBezTo>
                    <a:pt x="2553" y="2"/>
                    <a:pt x="2503" y="0"/>
                    <a:pt x="2455" y="0"/>
                  </a:cubicBezTo>
                  <a:cubicBezTo>
                    <a:pt x="2076" y="0"/>
                    <a:pt x="1892" y="165"/>
                    <a:pt x="1683" y="412"/>
                  </a:cubicBezTo>
                  <a:cubicBezTo>
                    <a:pt x="1472" y="165"/>
                    <a:pt x="1291" y="0"/>
                    <a:pt x="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596;p36">
            <a:extLst>
              <a:ext uri="{FF2B5EF4-FFF2-40B4-BE49-F238E27FC236}">
                <a16:creationId xmlns:a16="http://schemas.microsoft.com/office/drawing/2014/main" id="{E024833F-0F2F-9008-81FE-FE4915C60C3A}"/>
              </a:ext>
            </a:extLst>
          </p:cNvPr>
          <p:cNvGrpSpPr/>
          <p:nvPr/>
        </p:nvGrpSpPr>
        <p:grpSpPr>
          <a:xfrm>
            <a:off x="-658044" y="1661297"/>
            <a:ext cx="1867574" cy="2793500"/>
            <a:chOff x="-658044" y="1661297"/>
            <a:chExt cx="1867574" cy="2793500"/>
          </a:xfrm>
        </p:grpSpPr>
        <p:sp>
          <p:nvSpPr>
            <p:cNvPr id="597" name="Google Shape;597;p36">
              <a:extLst>
                <a:ext uri="{FF2B5EF4-FFF2-40B4-BE49-F238E27FC236}">
                  <a16:creationId xmlns:a16="http://schemas.microsoft.com/office/drawing/2014/main" id="{FA10357E-8B55-9A22-D1C1-00E8200C48DD}"/>
                </a:ext>
              </a:extLst>
            </p:cNvPr>
            <p:cNvSpPr/>
            <p:nvPr/>
          </p:nvSpPr>
          <p:spPr>
            <a:xfrm>
              <a:off x="377316" y="1661297"/>
              <a:ext cx="402450" cy="768976"/>
            </a:xfrm>
            <a:custGeom>
              <a:avLst/>
              <a:gdLst/>
              <a:ahLst/>
              <a:cxnLst/>
              <a:rect l="l" t="t" r="r" b="b"/>
              <a:pathLst>
                <a:path w="2431" h="4645" extrusionOk="0">
                  <a:moveTo>
                    <a:pt x="1" y="0"/>
                  </a:moveTo>
                  <a:lnTo>
                    <a:pt x="63" y="4645"/>
                  </a:lnTo>
                  <a:lnTo>
                    <a:pt x="2431" y="4645"/>
                  </a:lnTo>
                  <a:lnTo>
                    <a:pt x="24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>
              <a:extLst>
                <a:ext uri="{FF2B5EF4-FFF2-40B4-BE49-F238E27FC236}">
                  <a16:creationId xmlns:a16="http://schemas.microsoft.com/office/drawing/2014/main" id="{BC3BF67E-6E0B-348E-BA68-DC2696D07355}"/>
                </a:ext>
              </a:extLst>
            </p:cNvPr>
            <p:cNvSpPr/>
            <p:nvPr/>
          </p:nvSpPr>
          <p:spPr>
            <a:xfrm>
              <a:off x="430458" y="1707154"/>
              <a:ext cx="83271" cy="204619"/>
            </a:xfrm>
            <a:custGeom>
              <a:avLst/>
              <a:gdLst/>
              <a:ahLst/>
              <a:cxnLst/>
              <a:rect l="l" t="t" r="r" b="b"/>
              <a:pathLst>
                <a:path w="503" h="1236" extrusionOk="0">
                  <a:moveTo>
                    <a:pt x="0" y="0"/>
                  </a:moveTo>
                  <a:lnTo>
                    <a:pt x="0" y="1235"/>
                  </a:lnTo>
                  <a:lnTo>
                    <a:pt x="503" y="1235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>
              <a:extLst>
                <a:ext uri="{FF2B5EF4-FFF2-40B4-BE49-F238E27FC236}">
                  <a16:creationId xmlns:a16="http://schemas.microsoft.com/office/drawing/2014/main" id="{573A777E-AECB-D38E-E584-3B4EFB743A70}"/>
                </a:ext>
              </a:extLst>
            </p:cNvPr>
            <p:cNvSpPr/>
            <p:nvPr/>
          </p:nvSpPr>
          <p:spPr>
            <a:xfrm>
              <a:off x="444364" y="1732649"/>
              <a:ext cx="55956" cy="56121"/>
            </a:xfrm>
            <a:custGeom>
              <a:avLst/>
              <a:gdLst/>
              <a:ahLst/>
              <a:cxnLst/>
              <a:rect l="l" t="t" r="r" b="b"/>
              <a:pathLst>
                <a:path w="338" h="339" extrusionOk="0">
                  <a:moveTo>
                    <a:pt x="170" y="1"/>
                  </a:moveTo>
                  <a:cubicBezTo>
                    <a:pt x="76" y="1"/>
                    <a:pt x="1" y="76"/>
                    <a:pt x="1" y="170"/>
                  </a:cubicBezTo>
                  <a:cubicBezTo>
                    <a:pt x="1" y="262"/>
                    <a:pt x="76" y="339"/>
                    <a:pt x="170" y="339"/>
                  </a:cubicBezTo>
                  <a:cubicBezTo>
                    <a:pt x="262" y="339"/>
                    <a:pt x="337" y="262"/>
                    <a:pt x="337" y="170"/>
                  </a:cubicBezTo>
                  <a:cubicBezTo>
                    <a:pt x="337" y="76"/>
                    <a:pt x="262" y="1"/>
                    <a:pt x="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>
              <a:extLst>
                <a:ext uri="{FF2B5EF4-FFF2-40B4-BE49-F238E27FC236}">
                  <a16:creationId xmlns:a16="http://schemas.microsoft.com/office/drawing/2014/main" id="{C245ACA4-F4B2-7CF5-0F79-9CBFA9CA7979}"/>
                </a:ext>
              </a:extLst>
            </p:cNvPr>
            <p:cNvSpPr/>
            <p:nvPr/>
          </p:nvSpPr>
          <p:spPr>
            <a:xfrm>
              <a:off x="444364" y="1829828"/>
              <a:ext cx="55956" cy="56121"/>
            </a:xfrm>
            <a:custGeom>
              <a:avLst/>
              <a:gdLst/>
              <a:ahLst/>
              <a:cxnLst/>
              <a:rect l="l" t="t" r="r" b="b"/>
              <a:pathLst>
                <a:path w="338" h="339" extrusionOk="0">
                  <a:moveTo>
                    <a:pt x="170" y="1"/>
                  </a:moveTo>
                  <a:cubicBezTo>
                    <a:pt x="76" y="1"/>
                    <a:pt x="1" y="78"/>
                    <a:pt x="1" y="170"/>
                  </a:cubicBezTo>
                  <a:cubicBezTo>
                    <a:pt x="1" y="263"/>
                    <a:pt x="76" y="339"/>
                    <a:pt x="170" y="339"/>
                  </a:cubicBezTo>
                  <a:cubicBezTo>
                    <a:pt x="262" y="339"/>
                    <a:pt x="337" y="263"/>
                    <a:pt x="337" y="170"/>
                  </a:cubicBezTo>
                  <a:cubicBezTo>
                    <a:pt x="337" y="75"/>
                    <a:pt x="262" y="1"/>
                    <a:pt x="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6">
              <a:extLst>
                <a:ext uri="{FF2B5EF4-FFF2-40B4-BE49-F238E27FC236}">
                  <a16:creationId xmlns:a16="http://schemas.microsoft.com/office/drawing/2014/main" id="{8AE8C66D-835C-47F6-E24B-902C505B83DA}"/>
                </a:ext>
              </a:extLst>
            </p:cNvPr>
            <p:cNvSpPr/>
            <p:nvPr/>
          </p:nvSpPr>
          <p:spPr>
            <a:xfrm>
              <a:off x="440391" y="2571332"/>
              <a:ext cx="676930" cy="159755"/>
            </a:xfrm>
            <a:custGeom>
              <a:avLst/>
              <a:gdLst/>
              <a:ahLst/>
              <a:cxnLst/>
              <a:rect l="l" t="t" r="r" b="b"/>
              <a:pathLst>
                <a:path w="4089" h="965" extrusionOk="0">
                  <a:moveTo>
                    <a:pt x="2126" y="0"/>
                  </a:moveTo>
                  <a:cubicBezTo>
                    <a:pt x="913" y="0"/>
                    <a:pt x="1" y="323"/>
                    <a:pt x="1" y="323"/>
                  </a:cubicBezTo>
                  <a:cubicBezTo>
                    <a:pt x="744" y="804"/>
                    <a:pt x="1445" y="964"/>
                    <a:pt x="2050" y="964"/>
                  </a:cubicBezTo>
                  <a:cubicBezTo>
                    <a:pt x="3262" y="964"/>
                    <a:pt x="4087" y="321"/>
                    <a:pt x="4088" y="320"/>
                  </a:cubicBezTo>
                  <a:cubicBezTo>
                    <a:pt x="3410" y="80"/>
                    <a:pt x="2730" y="0"/>
                    <a:pt x="2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6">
              <a:extLst>
                <a:ext uri="{FF2B5EF4-FFF2-40B4-BE49-F238E27FC236}">
                  <a16:creationId xmlns:a16="http://schemas.microsoft.com/office/drawing/2014/main" id="{FA3125C9-C1E6-BFE6-CCA9-CAC426D109B7}"/>
                </a:ext>
              </a:extLst>
            </p:cNvPr>
            <p:cNvSpPr/>
            <p:nvPr/>
          </p:nvSpPr>
          <p:spPr>
            <a:xfrm>
              <a:off x="404963" y="2024185"/>
              <a:ext cx="560549" cy="737521"/>
            </a:xfrm>
            <a:custGeom>
              <a:avLst/>
              <a:gdLst/>
              <a:ahLst/>
              <a:cxnLst/>
              <a:rect l="l" t="t" r="r" b="b"/>
              <a:pathLst>
                <a:path w="3386" h="4455" extrusionOk="0">
                  <a:moveTo>
                    <a:pt x="1471" y="1"/>
                  </a:moveTo>
                  <a:cubicBezTo>
                    <a:pt x="1345" y="1"/>
                    <a:pt x="1125" y="800"/>
                    <a:pt x="1812" y="1460"/>
                  </a:cubicBezTo>
                  <a:cubicBezTo>
                    <a:pt x="1812" y="1460"/>
                    <a:pt x="1032" y="844"/>
                    <a:pt x="575" y="422"/>
                  </a:cubicBezTo>
                  <a:cubicBezTo>
                    <a:pt x="563" y="411"/>
                    <a:pt x="554" y="406"/>
                    <a:pt x="546" y="406"/>
                  </a:cubicBezTo>
                  <a:cubicBezTo>
                    <a:pt x="426" y="406"/>
                    <a:pt x="796" y="1657"/>
                    <a:pt x="1546" y="1769"/>
                  </a:cubicBezTo>
                  <a:cubicBezTo>
                    <a:pt x="1546" y="1769"/>
                    <a:pt x="640" y="1766"/>
                    <a:pt x="285" y="1664"/>
                  </a:cubicBezTo>
                  <a:cubicBezTo>
                    <a:pt x="262" y="1658"/>
                    <a:pt x="242" y="1655"/>
                    <a:pt x="226" y="1655"/>
                  </a:cubicBezTo>
                  <a:cubicBezTo>
                    <a:pt x="0" y="1655"/>
                    <a:pt x="324" y="2210"/>
                    <a:pt x="1204" y="2210"/>
                  </a:cubicBezTo>
                  <a:cubicBezTo>
                    <a:pt x="1281" y="2210"/>
                    <a:pt x="1363" y="2206"/>
                    <a:pt x="1448" y="2196"/>
                  </a:cubicBezTo>
                  <a:lnTo>
                    <a:pt x="1448" y="2196"/>
                  </a:lnTo>
                  <a:cubicBezTo>
                    <a:pt x="1448" y="2196"/>
                    <a:pt x="1311" y="2905"/>
                    <a:pt x="1773" y="3353"/>
                  </a:cubicBezTo>
                  <a:lnTo>
                    <a:pt x="1620" y="4229"/>
                  </a:lnTo>
                  <a:cubicBezTo>
                    <a:pt x="1619" y="4229"/>
                    <a:pt x="1997" y="4455"/>
                    <a:pt x="2504" y="4455"/>
                  </a:cubicBezTo>
                  <a:cubicBezTo>
                    <a:pt x="2652" y="4455"/>
                    <a:pt x="2810" y="4435"/>
                    <a:pt x="2974" y="4386"/>
                  </a:cubicBezTo>
                  <a:cubicBezTo>
                    <a:pt x="2974" y="4386"/>
                    <a:pt x="3131" y="3391"/>
                    <a:pt x="3258" y="2902"/>
                  </a:cubicBezTo>
                  <a:cubicBezTo>
                    <a:pt x="3386" y="2413"/>
                    <a:pt x="2840" y="2026"/>
                    <a:pt x="2517" y="477"/>
                  </a:cubicBezTo>
                  <a:cubicBezTo>
                    <a:pt x="2498" y="385"/>
                    <a:pt x="2468" y="346"/>
                    <a:pt x="2434" y="346"/>
                  </a:cubicBezTo>
                  <a:cubicBezTo>
                    <a:pt x="2314" y="346"/>
                    <a:pt x="2155" y="844"/>
                    <a:pt x="2348" y="1295"/>
                  </a:cubicBezTo>
                  <a:cubicBezTo>
                    <a:pt x="2348" y="1295"/>
                    <a:pt x="1640" y="447"/>
                    <a:pt x="1517" y="54"/>
                  </a:cubicBezTo>
                  <a:cubicBezTo>
                    <a:pt x="1505" y="18"/>
                    <a:pt x="1489" y="1"/>
                    <a:pt x="1471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>
              <a:extLst>
                <a:ext uri="{FF2B5EF4-FFF2-40B4-BE49-F238E27FC236}">
                  <a16:creationId xmlns:a16="http://schemas.microsoft.com/office/drawing/2014/main" id="{A641565E-1BF5-48E3-5456-BF705ED8E806}"/>
                </a:ext>
              </a:extLst>
            </p:cNvPr>
            <p:cNvSpPr/>
            <p:nvPr/>
          </p:nvSpPr>
          <p:spPr>
            <a:xfrm>
              <a:off x="-658044" y="2813700"/>
              <a:ext cx="1549548" cy="1641097"/>
            </a:xfrm>
            <a:custGeom>
              <a:avLst/>
              <a:gdLst/>
              <a:ahLst/>
              <a:cxnLst/>
              <a:rect l="l" t="t" r="r" b="b"/>
              <a:pathLst>
                <a:path w="9360" h="9913" extrusionOk="0">
                  <a:moveTo>
                    <a:pt x="1321" y="0"/>
                  </a:moveTo>
                  <a:cubicBezTo>
                    <a:pt x="17" y="0"/>
                    <a:pt x="1" y="3325"/>
                    <a:pt x="1856" y="4339"/>
                  </a:cubicBezTo>
                  <a:cubicBezTo>
                    <a:pt x="1934" y="4382"/>
                    <a:pt x="2006" y="4425"/>
                    <a:pt x="2077" y="4469"/>
                  </a:cubicBezTo>
                  <a:cubicBezTo>
                    <a:pt x="3154" y="5149"/>
                    <a:pt x="3686" y="6196"/>
                    <a:pt x="4202" y="7191"/>
                  </a:cubicBezTo>
                  <a:cubicBezTo>
                    <a:pt x="4532" y="7825"/>
                    <a:pt x="4854" y="8435"/>
                    <a:pt x="5305" y="8912"/>
                  </a:cubicBezTo>
                  <a:cubicBezTo>
                    <a:pt x="5977" y="9627"/>
                    <a:pt x="6901" y="9913"/>
                    <a:pt x="7660" y="9913"/>
                  </a:cubicBezTo>
                  <a:cubicBezTo>
                    <a:pt x="8266" y="9913"/>
                    <a:pt x="8767" y="9730"/>
                    <a:pt x="8950" y="9438"/>
                  </a:cubicBezTo>
                  <a:cubicBezTo>
                    <a:pt x="9359" y="8782"/>
                    <a:pt x="8538" y="5987"/>
                    <a:pt x="8538" y="5987"/>
                  </a:cubicBezTo>
                  <a:cubicBezTo>
                    <a:pt x="8538" y="5987"/>
                    <a:pt x="6070" y="4423"/>
                    <a:pt x="4836" y="2595"/>
                  </a:cubicBezTo>
                  <a:cubicBezTo>
                    <a:pt x="3601" y="766"/>
                    <a:pt x="2905" y="386"/>
                    <a:pt x="1545" y="31"/>
                  </a:cubicBezTo>
                  <a:cubicBezTo>
                    <a:pt x="1467" y="10"/>
                    <a:pt x="1392" y="0"/>
                    <a:pt x="13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>
              <a:extLst>
                <a:ext uri="{FF2B5EF4-FFF2-40B4-BE49-F238E27FC236}">
                  <a16:creationId xmlns:a16="http://schemas.microsoft.com/office/drawing/2014/main" id="{F406CA8A-4F39-806E-CD8A-4D4305D7E3A5}"/>
                </a:ext>
              </a:extLst>
            </p:cNvPr>
            <p:cNvSpPr/>
            <p:nvPr/>
          </p:nvSpPr>
          <p:spPr>
            <a:xfrm>
              <a:off x="303811" y="2624309"/>
              <a:ext cx="905719" cy="1808789"/>
            </a:xfrm>
            <a:custGeom>
              <a:avLst/>
              <a:gdLst/>
              <a:ahLst/>
              <a:cxnLst/>
              <a:rect l="l" t="t" r="r" b="b"/>
              <a:pathLst>
                <a:path w="5471" h="10926" extrusionOk="0">
                  <a:moveTo>
                    <a:pt x="4912" y="0"/>
                  </a:moveTo>
                  <a:cubicBezTo>
                    <a:pt x="4912" y="0"/>
                    <a:pt x="3790" y="417"/>
                    <a:pt x="2577" y="417"/>
                  </a:cubicBezTo>
                  <a:cubicBezTo>
                    <a:pt x="1972" y="417"/>
                    <a:pt x="1345" y="314"/>
                    <a:pt x="823" y="3"/>
                  </a:cubicBezTo>
                  <a:lnTo>
                    <a:pt x="823" y="3"/>
                  </a:lnTo>
                  <a:lnTo>
                    <a:pt x="1066" y="1932"/>
                  </a:lnTo>
                  <a:cubicBezTo>
                    <a:pt x="1066" y="1932"/>
                    <a:pt x="1035" y="2137"/>
                    <a:pt x="770" y="2340"/>
                  </a:cubicBezTo>
                  <a:cubicBezTo>
                    <a:pt x="399" y="2626"/>
                    <a:pt x="793" y="2870"/>
                    <a:pt x="793" y="2870"/>
                  </a:cubicBezTo>
                  <a:cubicBezTo>
                    <a:pt x="793" y="2870"/>
                    <a:pt x="332" y="3739"/>
                    <a:pt x="168" y="4123"/>
                  </a:cubicBezTo>
                  <a:cubicBezTo>
                    <a:pt x="0" y="4509"/>
                    <a:pt x="820" y="5137"/>
                    <a:pt x="430" y="6205"/>
                  </a:cubicBezTo>
                  <a:cubicBezTo>
                    <a:pt x="433" y="6205"/>
                    <a:pt x="549" y="9162"/>
                    <a:pt x="1520" y="10379"/>
                  </a:cubicBezTo>
                  <a:cubicBezTo>
                    <a:pt x="1831" y="10769"/>
                    <a:pt x="2166" y="10925"/>
                    <a:pt x="2494" y="10925"/>
                  </a:cubicBezTo>
                  <a:cubicBezTo>
                    <a:pt x="3508" y="10925"/>
                    <a:pt x="4452" y="9425"/>
                    <a:pt x="4408" y="8698"/>
                  </a:cubicBezTo>
                  <a:cubicBezTo>
                    <a:pt x="4245" y="6037"/>
                    <a:pt x="5471" y="4984"/>
                    <a:pt x="5095" y="4225"/>
                  </a:cubicBezTo>
                  <a:cubicBezTo>
                    <a:pt x="4932" y="3895"/>
                    <a:pt x="4594" y="4080"/>
                    <a:pt x="4465" y="3689"/>
                  </a:cubicBezTo>
                  <a:cubicBezTo>
                    <a:pt x="4333" y="3300"/>
                    <a:pt x="4860" y="3262"/>
                    <a:pt x="4912" y="2899"/>
                  </a:cubicBezTo>
                  <a:cubicBezTo>
                    <a:pt x="4964" y="2532"/>
                    <a:pt x="4971" y="639"/>
                    <a:pt x="49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>
              <a:extLst>
                <a:ext uri="{FF2B5EF4-FFF2-40B4-BE49-F238E27FC236}">
                  <a16:creationId xmlns:a16="http://schemas.microsoft.com/office/drawing/2014/main" id="{1F67FC5C-F772-6E7A-9338-2FBC3E370EC1}"/>
                </a:ext>
              </a:extLst>
            </p:cNvPr>
            <p:cNvSpPr/>
            <p:nvPr/>
          </p:nvSpPr>
          <p:spPr>
            <a:xfrm>
              <a:off x="469859" y="2860716"/>
              <a:ext cx="653753" cy="192037"/>
            </a:xfrm>
            <a:custGeom>
              <a:avLst/>
              <a:gdLst/>
              <a:ahLst/>
              <a:cxnLst/>
              <a:rect l="l" t="t" r="r" b="b"/>
              <a:pathLst>
                <a:path w="3949" h="1160" fill="none" extrusionOk="0">
                  <a:moveTo>
                    <a:pt x="3949" y="154"/>
                  </a:moveTo>
                  <a:cubicBezTo>
                    <a:pt x="3949" y="154"/>
                    <a:pt x="1750" y="1159"/>
                    <a:pt x="1" y="0"/>
                  </a:cubicBez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>
              <a:extLst>
                <a:ext uri="{FF2B5EF4-FFF2-40B4-BE49-F238E27FC236}">
                  <a16:creationId xmlns:a16="http://schemas.microsoft.com/office/drawing/2014/main" id="{E7E4448B-47B1-A9F6-4963-E2C6E1057BE8}"/>
                </a:ext>
              </a:extLst>
            </p:cNvPr>
            <p:cNvSpPr/>
            <p:nvPr/>
          </p:nvSpPr>
          <p:spPr>
            <a:xfrm>
              <a:off x="972474" y="2665035"/>
              <a:ext cx="30461" cy="261236"/>
            </a:xfrm>
            <a:custGeom>
              <a:avLst/>
              <a:gdLst/>
              <a:ahLst/>
              <a:cxnLst/>
              <a:rect l="l" t="t" r="r" b="b"/>
              <a:pathLst>
                <a:path w="184" h="1578" fill="none" extrusionOk="0">
                  <a:moveTo>
                    <a:pt x="183" y="1578"/>
                  </a:moveTo>
                  <a:lnTo>
                    <a:pt x="1" y="0"/>
                  </a:ln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>
              <a:extLst>
                <a:ext uri="{FF2B5EF4-FFF2-40B4-BE49-F238E27FC236}">
                  <a16:creationId xmlns:a16="http://schemas.microsoft.com/office/drawing/2014/main" id="{84825BF8-DFA0-F542-5861-FEA22924A278}"/>
                </a:ext>
              </a:extLst>
            </p:cNvPr>
            <p:cNvSpPr/>
            <p:nvPr/>
          </p:nvSpPr>
          <p:spPr>
            <a:xfrm>
              <a:off x="794340" y="2691026"/>
              <a:ext cx="25991" cy="261568"/>
            </a:xfrm>
            <a:custGeom>
              <a:avLst/>
              <a:gdLst/>
              <a:ahLst/>
              <a:cxnLst/>
              <a:rect l="l" t="t" r="r" b="b"/>
              <a:pathLst>
                <a:path w="157" h="1580" fill="none" extrusionOk="0">
                  <a:moveTo>
                    <a:pt x="156" y="1579"/>
                  </a:moveTo>
                  <a:lnTo>
                    <a:pt x="1" y="1"/>
                  </a:ln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>
              <a:extLst>
                <a:ext uri="{FF2B5EF4-FFF2-40B4-BE49-F238E27FC236}">
                  <a16:creationId xmlns:a16="http://schemas.microsoft.com/office/drawing/2014/main" id="{6FF329AF-2D28-8652-E96E-0F07586F218D}"/>
                </a:ext>
              </a:extLst>
            </p:cNvPr>
            <p:cNvSpPr/>
            <p:nvPr/>
          </p:nvSpPr>
          <p:spPr>
            <a:xfrm>
              <a:off x="628458" y="2686887"/>
              <a:ext cx="662" cy="244847"/>
            </a:xfrm>
            <a:custGeom>
              <a:avLst/>
              <a:gdLst/>
              <a:ahLst/>
              <a:cxnLst/>
              <a:rect l="l" t="t" r="r" b="b"/>
              <a:pathLst>
                <a:path w="4" h="1479" fill="none" extrusionOk="0">
                  <a:moveTo>
                    <a:pt x="1" y="1478"/>
                  </a:moveTo>
                  <a:lnTo>
                    <a:pt x="3" y="0"/>
                  </a:ln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>
              <a:extLst>
                <a:ext uri="{FF2B5EF4-FFF2-40B4-BE49-F238E27FC236}">
                  <a16:creationId xmlns:a16="http://schemas.microsoft.com/office/drawing/2014/main" id="{922F0FB2-F1CB-B8FC-5133-216DD97DCE94}"/>
                </a:ext>
              </a:extLst>
            </p:cNvPr>
            <p:cNvSpPr/>
            <p:nvPr/>
          </p:nvSpPr>
          <p:spPr>
            <a:xfrm>
              <a:off x="508267" y="2657254"/>
              <a:ext cx="10926" cy="232265"/>
            </a:xfrm>
            <a:custGeom>
              <a:avLst/>
              <a:gdLst/>
              <a:ahLst/>
              <a:cxnLst/>
              <a:rect l="l" t="t" r="r" b="b"/>
              <a:pathLst>
                <a:path w="66" h="1403" fill="none" extrusionOk="0">
                  <a:moveTo>
                    <a:pt x="65" y="1402"/>
                  </a:moveTo>
                  <a:lnTo>
                    <a:pt x="0" y="0"/>
                  </a:ln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>
              <a:extLst>
                <a:ext uri="{FF2B5EF4-FFF2-40B4-BE49-F238E27FC236}">
                  <a16:creationId xmlns:a16="http://schemas.microsoft.com/office/drawing/2014/main" id="{9C15B857-42E5-880E-A30E-B9BCEEBCE39D}"/>
                </a:ext>
              </a:extLst>
            </p:cNvPr>
            <p:cNvSpPr/>
            <p:nvPr/>
          </p:nvSpPr>
          <p:spPr>
            <a:xfrm>
              <a:off x="306294" y="3511499"/>
              <a:ext cx="131115" cy="719973"/>
            </a:xfrm>
            <a:custGeom>
              <a:avLst/>
              <a:gdLst/>
              <a:ahLst/>
              <a:cxnLst/>
              <a:rect l="l" t="t" r="r" b="b"/>
              <a:pathLst>
                <a:path w="792" h="4349" fill="none" extrusionOk="0">
                  <a:moveTo>
                    <a:pt x="538" y="1"/>
                  </a:moveTo>
                  <a:cubicBezTo>
                    <a:pt x="553" y="975"/>
                    <a:pt x="0" y="1901"/>
                    <a:pt x="77" y="2872"/>
                  </a:cubicBezTo>
                  <a:cubicBezTo>
                    <a:pt x="122" y="3429"/>
                    <a:pt x="381" y="3969"/>
                    <a:pt x="792" y="4349"/>
                  </a:cubicBezTo>
                </a:path>
              </a:pathLst>
            </a:custGeom>
            <a:noFill/>
            <a:ln w="170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>
              <a:extLst>
                <a:ext uri="{FF2B5EF4-FFF2-40B4-BE49-F238E27FC236}">
                  <a16:creationId xmlns:a16="http://schemas.microsoft.com/office/drawing/2014/main" id="{6E48095F-F2EF-20DA-6E14-6AFC3DAEA9C5}"/>
                </a:ext>
              </a:extLst>
            </p:cNvPr>
            <p:cNvSpPr/>
            <p:nvPr/>
          </p:nvSpPr>
          <p:spPr>
            <a:xfrm>
              <a:off x="784738" y="3477561"/>
              <a:ext cx="350467" cy="454432"/>
            </a:xfrm>
            <a:custGeom>
              <a:avLst/>
              <a:gdLst/>
              <a:ahLst/>
              <a:cxnLst/>
              <a:rect l="l" t="t" r="r" b="b"/>
              <a:pathLst>
                <a:path w="2117" h="2745" fill="none" extrusionOk="0">
                  <a:moveTo>
                    <a:pt x="2116" y="1"/>
                  </a:moveTo>
                  <a:cubicBezTo>
                    <a:pt x="2112" y="403"/>
                    <a:pt x="1728" y="675"/>
                    <a:pt x="1417" y="929"/>
                  </a:cubicBezTo>
                  <a:cubicBezTo>
                    <a:pt x="1027" y="1248"/>
                    <a:pt x="696" y="1636"/>
                    <a:pt x="369" y="2022"/>
                  </a:cubicBezTo>
                  <a:cubicBezTo>
                    <a:pt x="191" y="2229"/>
                    <a:pt x="1" y="2474"/>
                    <a:pt x="38" y="2745"/>
                  </a:cubicBezTo>
                  <a:cubicBezTo>
                    <a:pt x="328" y="2652"/>
                    <a:pt x="594" y="2481"/>
                    <a:pt x="800" y="2253"/>
                  </a:cubicBezTo>
                </a:path>
              </a:pathLst>
            </a:custGeom>
            <a:noFill/>
            <a:ln w="170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>
              <a:extLst>
                <a:ext uri="{FF2B5EF4-FFF2-40B4-BE49-F238E27FC236}">
                  <a16:creationId xmlns:a16="http://schemas.microsoft.com/office/drawing/2014/main" id="{680DABB6-2688-97A0-F1B2-5CB5C774BB47}"/>
                </a:ext>
              </a:extLst>
            </p:cNvPr>
            <p:cNvSpPr/>
            <p:nvPr/>
          </p:nvSpPr>
          <p:spPr>
            <a:xfrm>
              <a:off x="421353" y="3089839"/>
              <a:ext cx="123996" cy="162900"/>
            </a:xfrm>
            <a:custGeom>
              <a:avLst/>
              <a:gdLst/>
              <a:ahLst/>
              <a:cxnLst/>
              <a:rect l="l" t="t" r="r" b="b"/>
              <a:pathLst>
                <a:path w="749" h="984" fill="none" extrusionOk="0">
                  <a:moveTo>
                    <a:pt x="0" y="1"/>
                  </a:moveTo>
                  <a:cubicBezTo>
                    <a:pt x="427" y="113"/>
                    <a:pt x="749" y="540"/>
                    <a:pt x="743" y="981"/>
                  </a:cubicBezTo>
                  <a:cubicBezTo>
                    <a:pt x="688" y="981"/>
                    <a:pt x="632" y="984"/>
                    <a:pt x="577" y="984"/>
                  </a:cubicBezTo>
                </a:path>
              </a:pathLst>
            </a:custGeom>
            <a:noFill/>
            <a:ln w="170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3" name="Google Shape;613;p3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FEB8022-5D0F-70B1-B9BD-49979A985C47}"/>
              </a:ext>
            </a:extLst>
          </p:cNvPr>
          <p:cNvSpPr/>
          <p:nvPr/>
        </p:nvSpPr>
        <p:spPr>
          <a:xfrm>
            <a:off x="8428901" y="26867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898E8D2-B80C-F0DA-81DA-2989DBDB543A}"/>
              </a:ext>
            </a:extLst>
          </p:cNvPr>
          <p:cNvSpPr/>
          <p:nvPr/>
        </p:nvSpPr>
        <p:spPr>
          <a:xfrm>
            <a:off x="8480603" y="322243"/>
            <a:ext cx="180994" cy="177264"/>
          </a:xfrm>
          <a:custGeom>
            <a:avLst/>
            <a:gdLst/>
            <a:ahLst/>
            <a:cxnLst/>
            <a:rect l="l" t="t" r="r" b="b"/>
            <a:pathLst>
              <a:path w="12323" h="12067" extrusionOk="0">
                <a:moveTo>
                  <a:pt x="6165" y="705"/>
                </a:moveTo>
                <a:cubicBezTo>
                  <a:pt x="6180" y="705"/>
                  <a:pt x="6194" y="706"/>
                  <a:pt x="6209" y="708"/>
                </a:cubicBezTo>
                <a:cubicBezTo>
                  <a:pt x="6303" y="718"/>
                  <a:pt x="6388" y="763"/>
                  <a:pt x="6453" y="829"/>
                </a:cubicBezTo>
                <a:lnTo>
                  <a:pt x="11384" y="5744"/>
                </a:lnTo>
                <a:lnTo>
                  <a:pt x="11387" y="5746"/>
                </a:lnTo>
                <a:cubicBezTo>
                  <a:pt x="11543" y="5902"/>
                  <a:pt x="11543" y="6158"/>
                  <a:pt x="11387" y="6315"/>
                </a:cubicBezTo>
                <a:cubicBezTo>
                  <a:pt x="11310" y="6392"/>
                  <a:pt x="11209" y="6434"/>
                  <a:pt x="11101" y="6434"/>
                </a:cubicBezTo>
                <a:lnTo>
                  <a:pt x="10563" y="6434"/>
                </a:lnTo>
                <a:cubicBezTo>
                  <a:pt x="10367" y="6434"/>
                  <a:pt x="10209" y="6592"/>
                  <a:pt x="10209" y="6789"/>
                </a:cubicBezTo>
                <a:lnTo>
                  <a:pt x="10209" y="10762"/>
                </a:lnTo>
                <a:cubicBezTo>
                  <a:pt x="10209" y="11090"/>
                  <a:pt x="9943" y="11357"/>
                  <a:pt x="9614" y="11357"/>
                </a:cubicBezTo>
                <a:lnTo>
                  <a:pt x="8032" y="11357"/>
                </a:lnTo>
                <a:lnTo>
                  <a:pt x="8032" y="8872"/>
                </a:lnTo>
                <a:cubicBezTo>
                  <a:pt x="8032" y="8154"/>
                  <a:pt x="7448" y="7570"/>
                  <a:pt x="6729" y="7570"/>
                </a:cubicBezTo>
                <a:lnTo>
                  <a:pt x="5596" y="7570"/>
                </a:lnTo>
                <a:cubicBezTo>
                  <a:pt x="4876" y="7570"/>
                  <a:pt x="4293" y="8154"/>
                  <a:pt x="4293" y="8872"/>
                </a:cubicBezTo>
                <a:lnTo>
                  <a:pt x="4293" y="11357"/>
                </a:lnTo>
                <a:lnTo>
                  <a:pt x="2710" y="11357"/>
                </a:lnTo>
                <a:cubicBezTo>
                  <a:pt x="2382" y="11357"/>
                  <a:pt x="2117" y="11090"/>
                  <a:pt x="2117" y="10762"/>
                </a:cubicBezTo>
                <a:lnTo>
                  <a:pt x="2117" y="6789"/>
                </a:lnTo>
                <a:cubicBezTo>
                  <a:pt x="2117" y="6592"/>
                  <a:pt x="1959" y="6434"/>
                  <a:pt x="1762" y="6434"/>
                </a:cubicBezTo>
                <a:lnTo>
                  <a:pt x="1234" y="6434"/>
                </a:lnTo>
                <a:cubicBezTo>
                  <a:pt x="1228" y="6434"/>
                  <a:pt x="1223" y="6434"/>
                  <a:pt x="1217" y="6432"/>
                </a:cubicBezTo>
                <a:cubicBezTo>
                  <a:pt x="1111" y="6431"/>
                  <a:pt x="1012" y="6389"/>
                  <a:pt x="937" y="6315"/>
                </a:cubicBezTo>
                <a:cubicBezTo>
                  <a:pt x="779" y="6157"/>
                  <a:pt x="779" y="5902"/>
                  <a:pt x="937" y="5745"/>
                </a:cubicBezTo>
                <a:lnTo>
                  <a:pt x="5876" y="824"/>
                </a:lnTo>
                <a:cubicBezTo>
                  <a:pt x="5952" y="747"/>
                  <a:pt x="6055" y="705"/>
                  <a:pt x="6165" y="705"/>
                </a:cubicBezTo>
                <a:close/>
                <a:moveTo>
                  <a:pt x="6161" y="0"/>
                </a:moveTo>
                <a:cubicBezTo>
                  <a:pt x="5864" y="0"/>
                  <a:pt x="5585" y="116"/>
                  <a:pt x="5374" y="326"/>
                </a:cubicBezTo>
                <a:lnTo>
                  <a:pt x="438" y="5245"/>
                </a:lnTo>
                <a:lnTo>
                  <a:pt x="432" y="5251"/>
                </a:lnTo>
                <a:cubicBezTo>
                  <a:pt x="0" y="5684"/>
                  <a:pt x="0" y="6386"/>
                  <a:pt x="436" y="6820"/>
                </a:cubicBezTo>
                <a:cubicBezTo>
                  <a:pt x="633" y="7017"/>
                  <a:pt x="895" y="7132"/>
                  <a:pt x="1174" y="7144"/>
                </a:cubicBezTo>
                <a:cubicBezTo>
                  <a:pt x="1186" y="7146"/>
                  <a:pt x="1197" y="7146"/>
                  <a:pt x="1208" y="7146"/>
                </a:cubicBezTo>
                <a:lnTo>
                  <a:pt x="1405" y="7146"/>
                </a:lnTo>
                <a:lnTo>
                  <a:pt x="1405" y="11870"/>
                </a:lnTo>
                <a:cubicBezTo>
                  <a:pt x="1405" y="11979"/>
                  <a:pt x="1493" y="12066"/>
                  <a:pt x="1601" y="12066"/>
                </a:cubicBezTo>
                <a:lnTo>
                  <a:pt x="4648" y="12066"/>
                </a:lnTo>
                <a:cubicBezTo>
                  <a:pt x="4843" y="12066"/>
                  <a:pt x="5002" y="11908"/>
                  <a:pt x="5002" y="11712"/>
                </a:cubicBezTo>
                <a:lnTo>
                  <a:pt x="5002" y="8875"/>
                </a:lnTo>
                <a:cubicBezTo>
                  <a:pt x="5002" y="8546"/>
                  <a:pt x="5268" y="8280"/>
                  <a:pt x="5596" y="8280"/>
                </a:cubicBezTo>
                <a:lnTo>
                  <a:pt x="6726" y="8280"/>
                </a:lnTo>
                <a:cubicBezTo>
                  <a:pt x="7055" y="8280"/>
                  <a:pt x="7321" y="8546"/>
                  <a:pt x="7321" y="8875"/>
                </a:cubicBezTo>
                <a:lnTo>
                  <a:pt x="7321" y="11712"/>
                </a:lnTo>
                <a:cubicBezTo>
                  <a:pt x="7321" y="11908"/>
                  <a:pt x="7479" y="12066"/>
                  <a:pt x="7675" y="12066"/>
                </a:cubicBezTo>
                <a:lnTo>
                  <a:pt x="10721" y="12066"/>
                </a:lnTo>
                <a:cubicBezTo>
                  <a:pt x="10830" y="12066"/>
                  <a:pt x="10918" y="11978"/>
                  <a:pt x="10918" y="11870"/>
                </a:cubicBezTo>
                <a:lnTo>
                  <a:pt x="10918" y="7146"/>
                </a:lnTo>
                <a:lnTo>
                  <a:pt x="11101" y="7146"/>
                </a:lnTo>
                <a:cubicBezTo>
                  <a:pt x="11399" y="7146"/>
                  <a:pt x="11678" y="7030"/>
                  <a:pt x="11889" y="6820"/>
                </a:cubicBezTo>
                <a:cubicBezTo>
                  <a:pt x="12322" y="6385"/>
                  <a:pt x="12322" y="5681"/>
                  <a:pt x="11889" y="5249"/>
                </a:cubicBezTo>
                <a:lnTo>
                  <a:pt x="6950" y="326"/>
                </a:lnTo>
                <a:cubicBezTo>
                  <a:pt x="6739" y="116"/>
                  <a:pt x="6459" y="0"/>
                  <a:pt x="61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4CABB6E-9139-CEE7-F908-382A491BE045}"/>
              </a:ext>
            </a:extLst>
          </p:cNvPr>
          <p:cNvSpPr/>
          <p:nvPr/>
        </p:nvSpPr>
        <p:spPr>
          <a:xfrm>
            <a:off x="850702" y="460850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3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2DFA7EB-1C65-7B98-7710-85A2F930F037}"/>
              </a:ext>
            </a:extLst>
          </p:cNvPr>
          <p:cNvSpPr/>
          <p:nvPr/>
        </p:nvSpPr>
        <p:spPr>
          <a:xfrm>
            <a:off x="925738" y="4700727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3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4F3DC28-6019-A787-F002-F5D1BF7E4D7D}"/>
              </a:ext>
            </a:extLst>
          </p:cNvPr>
          <p:cNvSpPr/>
          <p:nvPr/>
        </p:nvSpPr>
        <p:spPr>
          <a:xfrm>
            <a:off x="422198" y="4608530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DDF151A-B272-3456-997D-4631CC569047}"/>
              </a:ext>
            </a:extLst>
          </p:cNvPr>
          <p:cNvSpPr/>
          <p:nvPr/>
        </p:nvSpPr>
        <p:spPr>
          <a:xfrm flipH="1">
            <a:off x="494354" y="4700744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95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6"/>
          <p:cNvSpPr txBox="1">
            <a:spLocks noGrp="1"/>
          </p:cNvSpPr>
          <p:nvPr>
            <p:ph type="subTitle" idx="1"/>
          </p:nvPr>
        </p:nvSpPr>
        <p:spPr>
          <a:xfrm>
            <a:off x="1254579" y="21110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93.93%</a:t>
            </a:r>
            <a:endParaRPr b="1" dirty="0"/>
          </a:p>
        </p:txBody>
      </p:sp>
      <p:sp>
        <p:nvSpPr>
          <p:cNvPr id="574" name="Google Shape;57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owlby One"/>
                <a:ea typeface="Bowlby One"/>
                <a:cs typeface="Bowlby One"/>
                <a:sym typeface="Bowlby One"/>
              </a:rPr>
              <a:t>Rezultate</a:t>
            </a:r>
            <a:endParaRPr dirty="0">
              <a:latin typeface="Bowlby One"/>
              <a:ea typeface="Bowlby One"/>
              <a:cs typeface="Bowlby One"/>
              <a:sym typeface="Bowlby One"/>
            </a:endParaRPr>
          </a:p>
        </p:txBody>
      </p:sp>
      <p:sp>
        <p:nvSpPr>
          <p:cNvPr id="575" name="Google Shape;575;p36"/>
          <p:cNvSpPr txBox="1">
            <a:spLocks noGrp="1"/>
          </p:cNvSpPr>
          <p:nvPr>
            <p:ph type="title" idx="2"/>
          </p:nvPr>
        </p:nvSpPr>
        <p:spPr>
          <a:xfrm>
            <a:off x="2013904" y="1321488"/>
            <a:ext cx="707400" cy="4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6" name="Google Shape;576;p36"/>
          <p:cNvSpPr txBox="1">
            <a:spLocks noGrp="1"/>
          </p:cNvSpPr>
          <p:nvPr>
            <p:ph type="subTitle" idx="3"/>
          </p:nvPr>
        </p:nvSpPr>
        <p:spPr>
          <a:xfrm>
            <a:off x="1254629" y="1803000"/>
            <a:ext cx="2336400" cy="4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Decision Tree</a:t>
            </a:r>
          </a:p>
        </p:txBody>
      </p:sp>
      <p:sp>
        <p:nvSpPr>
          <p:cNvPr id="580" name="Google Shape;580;p36"/>
          <p:cNvSpPr txBox="1">
            <a:spLocks noGrp="1"/>
          </p:cNvSpPr>
          <p:nvPr>
            <p:ph type="title" idx="7"/>
          </p:nvPr>
        </p:nvSpPr>
        <p:spPr>
          <a:xfrm>
            <a:off x="4350354" y="1321488"/>
            <a:ext cx="707400" cy="4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1" name="Google Shape;581;p36"/>
          <p:cNvSpPr txBox="1">
            <a:spLocks noGrp="1"/>
          </p:cNvSpPr>
          <p:nvPr>
            <p:ph type="subTitle" idx="8"/>
          </p:nvPr>
        </p:nvSpPr>
        <p:spPr>
          <a:xfrm>
            <a:off x="3591029" y="21110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92.66%</a:t>
            </a:r>
            <a:endParaRPr b="1" dirty="0"/>
          </a:p>
        </p:txBody>
      </p:sp>
      <p:sp>
        <p:nvSpPr>
          <p:cNvPr id="582" name="Google Shape;582;p36"/>
          <p:cNvSpPr txBox="1">
            <a:spLocks noGrp="1"/>
          </p:cNvSpPr>
          <p:nvPr>
            <p:ph type="subTitle" idx="9"/>
          </p:nvPr>
        </p:nvSpPr>
        <p:spPr>
          <a:xfrm>
            <a:off x="3591079" y="1803000"/>
            <a:ext cx="2336400" cy="4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Random Forest</a:t>
            </a:r>
            <a:endParaRPr dirty="0"/>
          </a:p>
        </p:txBody>
      </p:sp>
      <p:sp>
        <p:nvSpPr>
          <p:cNvPr id="586" name="Google Shape;586;p36"/>
          <p:cNvSpPr txBox="1">
            <a:spLocks noGrp="1"/>
          </p:cNvSpPr>
          <p:nvPr>
            <p:ph type="title" idx="16"/>
          </p:nvPr>
        </p:nvSpPr>
        <p:spPr>
          <a:xfrm>
            <a:off x="6686804" y="1321488"/>
            <a:ext cx="707400" cy="4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7" name="Google Shape;587;p36"/>
          <p:cNvSpPr txBox="1">
            <a:spLocks noGrp="1"/>
          </p:cNvSpPr>
          <p:nvPr>
            <p:ph type="subTitle" idx="17"/>
          </p:nvPr>
        </p:nvSpPr>
        <p:spPr>
          <a:xfrm>
            <a:off x="5975207" y="21110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87,73%</a:t>
            </a:r>
            <a:endParaRPr b="1" dirty="0"/>
          </a:p>
        </p:txBody>
      </p:sp>
      <p:sp>
        <p:nvSpPr>
          <p:cNvPr id="588" name="Google Shape;588;p36"/>
          <p:cNvSpPr txBox="1">
            <a:spLocks noGrp="1"/>
          </p:cNvSpPr>
          <p:nvPr>
            <p:ph type="subTitle" idx="18"/>
          </p:nvPr>
        </p:nvSpPr>
        <p:spPr>
          <a:xfrm>
            <a:off x="5823813" y="1795320"/>
            <a:ext cx="2942871" cy="4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Logistic Regression</a:t>
            </a:r>
            <a:endParaRPr dirty="0"/>
          </a:p>
        </p:txBody>
      </p:sp>
      <p:sp>
        <p:nvSpPr>
          <p:cNvPr id="592" name="Google Shape;592;p36"/>
          <p:cNvSpPr/>
          <p:nvPr/>
        </p:nvSpPr>
        <p:spPr>
          <a:xfrm rot="-1149736">
            <a:off x="8171650" y="3935162"/>
            <a:ext cx="537783" cy="468222"/>
          </a:xfrm>
          <a:custGeom>
            <a:avLst/>
            <a:gdLst/>
            <a:ahLst/>
            <a:cxnLst/>
            <a:rect l="l" t="t" r="r" b="b"/>
            <a:pathLst>
              <a:path w="6958" h="6058" extrusionOk="0">
                <a:moveTo>
                  <a:pt x="3903" y="1"/>
                </a:moveTo>
                <a:cubicBezTo>
                  <a:pt x="3640" y="1"/>
                  <a:pt x="3429" y="195"/>
                  <a:pt x="3429" y="435"/>
                </a:cubicBezTo>
                <a:lnTo>
                  <a:pt x="3429" y="898"/>
                </a:lnTo>
                <a:cubicBezTo>
                  <a:pt x="3304" y="2429"/>
                  <a:pt x="2141" y="2828"/>
                  <a:pt x="2141" y="2828"/>
                </a:cubicBezTo>
                <a:lnTo>
                  <a:pt x="2141" y="2396"/>
                </a:lnTo>
                <a:lnTo>
                  <a:pt x="0" y="2396"/>
                </a:lnTo>
                <a:lnTo>
                  <a:pt x="0" y="6058"/>
                </a:lnTo>
                <a:lnTo>
                  <a:pt x="2141" y="6058"/>
                </a:lnTo>
                <a:lnTo>
                  <a:pt x="2141" y="5594"/>
                </a:lnTo>
                <a:cubicBezTo>
                  <a:pt x="2141" y="5594"/>
                  <a:pt x="2633" y="5935"/>
                  <a:pt x="4016" y="5954"/>
                </a:cubicBezTo>
                <a:cubicBezTo>
                  <a:pt x="4083" y="5985"/>
                  <a:pt x="4155" y="6006"/>
                  <a:pt x="4233" y="6006"/>
                </a:cubicBezTo>
                <a:lnTo>
                  <a:pt x="5862" y="6006"/>
                </a:lnTo>
                <a:cubicBezTo>
                  <a:pt x="6136" y="6006"/>
                  <a:pt x="6358" y="5782"/>
                  <a:pt x="6358" y="5508"/>
                </a:cubicBezTo>
                <a:cubicBezTo>
                  <a:pt x="6358" y="5335"/>
                  <a:pt x="6269" y="5183"/>
                  <a:pt x="6136" y="5094"/>
                </a:cubicBezTo>
                <a:cubicBezTo>
                  <a:pt x="6375" y="5057"/>
                  <a:pt x="6558" y="4853"/>
                  <a:pt x="6558" y="4605"/>
                </a:cubicBezTo>
                <a:cubicBezTo>
                  <a:pt x="6558" y="4433"/>
                  <a:pt x="6470" y="4281"/>
                  <a:pt x="6336" y="4192"/>
                </a:cubicBezTo>
                <a:cubicBezTo>
                  <a:pt x="6575" y="4154"/>
                  <a:pt x="6759" y="3951"/>
                  <a:pt x="6759" y="3702"/>
                </a:cubicBezTo>
                <a:cubicBezTo>
                  <a:pt x="6759" y="3530"/>
                  <a:pt x="6670" y="3378"/>
                  <a:pt x="6536" y="3287"/>
                </a:cubicBezTo>
                <a:cubicBezTo>
                  <a:pt x="6772" y="3252"/>
                  <a:pt x="6957" y="3049"/>
                  <a:pt x="6957" y="2800"/>
                </a:cubicBezTo>
                <a:cubicBezTo>
                  <a:pt x="6957" y="2525"/>
                  <a:pt x="6735" y="2301"/>
                  <a:pt x="6461" y="2301"/>
                </a:cubicBezTo>
                <a:lnTo>
                  <a:pt x="4831" y="2301"/>
                </a:lnTo>
                <a:cubicBezTo>
                  <a:pt x="4756" y="2301"/>
                  <a:pt x="4683" y="2321"/>
                  <a:pt x="4618" y="2352"/>
                </a:cubicBezTo>
                <a:lnTo>
                  <a:pt x="4284" y="2352"/>
                </a:lnTo>
                <a:cubicBezTo>
                  <a:pt x="4514" y="1683"/>
                  <a:pt x="4379" y="435"/>
                  <a:pt x="4379" y="435"/>
                </a:cubicBezTo>
                <a:cubicBezTo>
                  <a:pt x="4379" y="195"/>
                  <a:pt x="4166" y="1"/>
                  <a:pt x="39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3" name="Google Shape;593;p36"/>
          <p:cNvGrpSpPr/>
          <p:nvPr/>
        </p:nvGrpSpPr>
        <p:grpSpPr>
          <a:xfrm>
            <a:off x="6721489" y="313891"/>
            <a:ext cx="485454" cy="442220"/>
            <a:chOff x="1453550" y="959950"/>
            <a:chExt cx="167925" cy="152975"/>
          </a:xfrm>
        </p:grpSpPr>
        <p:sp>
          <p:nvSpPr>
            <p:cNvPr id="594" name="Google Shape;594;p36"/>
            <p:cNvSpPr/>
            <p:nvPr/>
          </p:nvSpPr>
          <p:spPr>
            <a:xfrm>
              <a:off x="1453550" y="959950"/>
              <a:ext cx="167925" cy="152975"/>
            </a:xfrm>
            <a:custGeom>
              <a:avLst/>
              <a:gdLst/>
              <a:ahLst/>
              <a:cxnLst/>
              <a:rect l="l" t="t" r="r" b="b"/>
              <a:pathLst>
                <a:path w="6717" h="6119" extrusionOk="0">
                  <a:moveTo>
                    <a:pt x="3359" y="0"/>
                  </a:moveTo>
                  <a:cubicBezTo>
                    <a:pt x="2576" y="0"/>
                    <a:pt x="1793" y="299"/>
                    <a:pt x="1195" y="896"/>
                  </a:cubicBezTo>
                  <a:cubicBezTo>
                    <a:pt x="1" y="2091"/>
                    <a:pt x="1" y="4027"/>
                    <a:pt x="1195" y="5222"/>
                  </a:cubicBezTo>
                  <a:cubicBezTo>
                    <a:pt x="1793" y="5820"/>
                    <a:pt x="2576" y="6118"/>
                    <a:pt x="3359" y="6118"/>
                  </a:cubicBezTo>
                  <a:cubicBezTo>
                    <a:pt x="4142" y="6118"/>
                    <a:pt x="4925" y="5820"/>
                    <a:pt x="5523" y="5222"/>
                  </a:cubicBezTo>
                  <a:cubicBezTo>
                    <a:pt x="6716" y="4027"/>
                    <a:pt x="6716" y="2091"/>
                    <a:pt x="5523" y="896"/>
                  </a:cubicBezTo>
                  <a:cubicBezTo>
                    <a:pt x="4925" y="299"/>
                    <a:pt x="4142" y="0"/>
                    <a:pt x="3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6"/>
            <p:cNvSpPr/>
            <p:nvPr/>
          </p:nvSpPr>
          <p:spPr>
            <a:xfrm>
              <a:off x="1495475" y="998925"/>
              <a:ext cx="84150" cy="80175"/>
            </a:xfrm>
            <a:custGeom>
              <a:avLst/>
              <a:gdLst/>
              <a:ahLst/>
              <a:cxnLst/>
              <a:rect l="l" t="t" r="r" b="b"/>
              <a:pathLst>
                <a:path w="3366" h="3207" extrusionOk="0">
                  <a:moveTo>
                    <a:pt x="909" y="0"/>
                  </a:moveTo>
                  <a:cubicBezTo>
                    <a:pt x="863" y="0"/>
                    <a:pt x="811" y="2"/>
                    <a:pt x="758" y="8"/>
                  </a:cubicBezTo>
                  <a:cubicBezTo>
                    <a:pt x="427" y="40"/>
                    <a:pt x="46" y="343"/>
                    <a:pt x="0" y="921"/>
                  </a:cubicBezTo>
                  <a:lnTo>
                    <a:pt x="0" y="1113"/>
                  </a:lnTo>
                  <a:cubicBezTo>
                    <a:pt x="42" y="1668"/>
                    <a:pt x="461" y="2351"/>
                    <a:pt x="1683" y="3207"/>
                  </a:cubicBezTo>
                  <a:cubicBezTo>
                    <a:pt x="2903" y="2350"/>
                    <a:pt x="3322" y="1668"/>
                    <a:pt x="3365" y="1113"/>
                  </a:cubicBezTo>
                  <a:lnTo>
                    <a:pt x="3365" y="921"/>
                  </a:lnTo>
                  <a:cubicBezTo>
                    <a:pt x="3318" y="341"/>
                    <a:pt x="2937" y="39"/>
                    <a:pt x="2606" y="8"/>
                  </a:cubicBezTo>
                  <a:cubicBezTo>
                    <a:pt x="2553" y="2"/>
                    <a:pt x="2503" y="0"/>
                    <a:pt x="2455" y="0"/>
                  </a:cubicBezTo>
                  <a:cubicBezTo>
                    <a:pt x="2076" y="0"/>
                    <a:pt x="1892" y="165"/>
                    <a:pt x="1683" y="412"/>
                  </a:cubicBezTo>
                  <a:cubicBezTo>
                    <a:pt x="1472" y="165"/>
                    <a:pt x="1291" y="0"/>
                    <a:pt x="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596;p36"/>
          <p:cNvGrpSpPr/>
          <p:nvPr/>
        </p:nvGrpSpPr>
        <p:grpSpPr>
          <a:xfrm>
            <a:off x="-658044" y="1661297"/>
            <a:ext cx="1867574" cy="2793500"/>
            <a:chOff x="-658044" y="1661297"/>
            <a:chExt cx="1867574" cy="2793500"/>
          </a:xfrm>
        </p:grpSpPr>
        <p:sp>
          <p:nvSpPr>
            <p:cNvPr id="597" name="Google Shape;597;p36"/>
            <p:cNvSpPr/>
            <p:nvPr/>
          </p:nvSpPr>
          <p:spPr>
            <a:xfrm>
              <a:off x="377316" y="1661297"/>
              <a:ext cx="402450" cy="768976"/>
            </a:xfrm>
            <a:custGeom>
              <a:avLst/>
              <a:gdLst/>
              <a:ahLst/>
              <a:cxnLst/>
              <a:rect l="l" t="t" r="r" b="b"/>
              <a:pathLst>
                <a:path w="2431" h="4645" extrusionOk="0">
                  <a:moveTo>
                    <a:pt x="1" y="0"/>
                  </a:moveTo>
                  <a:lnTo>
                    <a:pt x="63" y="4645"/>
                  </a:lnTo>
                  <a:lnTo>
                    <a:pt x="2431" y="4645"/>
                  </a:lnTo>
                  <a:lnTo>
                    <a:pt x="24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430458" y="1707154"/>
              <a:ext cx="83271" cy="204619"/>
            </a:xfrm>
            <a:custGeom>
              <a:avLst/>
              <a:gdLst/>
              <a:ahLst/>
              <a:cxnLst/>
              <a:rect l="l" t="t" r="r" b="b"/>
              <a:pathLst>
                <a:path w="503" h="1236" extrusionOk="0">
                  <a:moveTo>
                    <a:pt x="0" y="0"/>
                  </a:moveTo>
                  <a:lnTo>
                    <a:pt x="0" y="1235"/>
                  </a:lnTo>
                  <a:lnTo>
                    <a:pt x="503" y="1235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444364" y="1732649"/>
              <a:ext cx="55956" cy="56121"/>
            </a:xfrm>
            <a:custGeom>
              <a:avLst/>
              <a:gdLst/>
              <a:ahLst/>
              <a:cxnLst/>
              <a:rect l="l" t="t" r="r" b="b"/>
              <a:pathLst>
                <a:path w="338" h="339" extrusionOk="0">
                  <a:moveTo>
                    <a:pt x="170" y="1"/>
                  </a:moveTo>
                  <a:cubicBezTo>
                    <a:pt x="76" y="1"/>
                    <a:pt x="1" y="76"/>
                    <a:pt x="1" y="170"/>
                  </a:cubicBezTo>
                  <a:cubicBezTo>
                    <a:pt x="1" y="262"/>
                    <a:pt x="76" y="339"/>
                    <a:pt x="170" y="339"/>
                  </a:cubicBezTo>
                  <a:cubicBezTo>
                    <a:pt x="262" y="339"/>
                    <a:pt x="337" y="262"/>
                    <a:pt x="337" y="170"/>
                  </a:cubicBezTo>
                  <a:cubicBezTo>
                    <a:pt x="337" y="76"/>
                    <a:pt x="262" y="1"/>
                    <a:pt x="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444364" y="1829828"/>
              <a:ext cx="55956" cy="56121"/>
            </a:xfrm>
            <a:custGeom>
              <a:avLst/>
              <a:gdLst/>
              <a:ahLst/>
              <a:cxnLst/>
              <a:rect l="l" t="t" r="r" b="b"/>
              <a:pathLst>
                <a:path w="338" h="339" extrusionOk="0">
                  <a:moveTo>
                    <a:pt x="170" y="1"/>
                  </a:moveTo>
                  <a:cubicBezTo>
                    <a:pt x="76" y="1"/>
                    <a:pt x="1" y="78"/>
                    <a:pt x="1" y="170"/>
                  </a:cubicBezTo>
                  <a:cubicBezTo>
                    <a:pt x="1" y="263"/>
                    <a:pt x="76" y="339"/>
                    <a:pt x="170" y="339"/>
                  </a:cubicBezTo>
                  <a:cubicBezTo>
                    <a:pt x="262" y="339"/>
                    <a:pt x="337" y="263"/>
                    <a:pt x="337" y="170"/>
                  </a:cubicBezTo>
                  <a:cubicBezTo>
                    <a:pt x="337" y="75"/>
                    <a:pt x="262" y="1"/>
                    <a:pt x="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440391" y="2571332"/>
              <a:ext cx="676930" cy="159755"/>
            </a:xfrm>
            <a:custGeom>
              <a:avLst/>
              <a:gdLst/>
              <a:ahLst/>
              <a:cxnLst/>
              <a:rect l="l" t="t" r="r" b="b"/>
              <a:pathLst>
                <a:path w="4089" h="965" extrusionOk="0">
                  <a:moveTo>
                    <a:pt x="2126" y="0"/>
                  </a:moveTo>
                  <a:cubicBezTo>
                    <a:pt x="913" y="0"/>
                    <a:pt x="1" y="323"/>
                    <a:pt x="1" y="323"/>
                  </a:cubicBezTo>
                  <a:cubicBezTo>
                    <a:pt x="744" y="804"/>
                    <a:pt x="1445" y="964"/>
                    <a:pt x="2050" y="964"/>
                  </a:cubicBezTo>
                  <a:cubicBezTo>
                    <a:pt x="3262" y="964"/>
                    <a:pt x="4087" y="321"/>
                    <a:pt x="4088" y="320"/>
                  </a:cubicBezTo>
                  <a:cubicBezTo>
                    <a:pt x="3410" y="80"/>
                    <a:pt x="2730" y="0"/>
                    <a:pt x="2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6"/>
            <p:cNvSpPr/>
            <p:nvPr/>
          </p:nvSpPr>
          <p:spPr>
            <a:xfrm>
              <a:off x="404963" y="2024185"/>
              <a:ext cx="560549" cy="737521"/>
            </a:xfrm>
            <a:custGeom>
              <a:avLst/>
              <a:gdLst/>
              <a:ahLst/>
              <a:cxnLst/>
              <a:rect l="l" t="t" r="r" b="b"/>
              <a:pathLst>
                <a:path w="3386" h="4455" extrusionOk="0">
                  <a:moveTo>
                    <a:pt x="1471" y="1"/>
                  </a:moveTo>
                  <a:cubicBezTo>
                    <a:pt x="1345" y="1"/>
                    <a:pt x="1125" y="800"/>
                    <a:pt x="1812" y="1460"/>
                  </a:cubicBezTo>
                  <a:cubicBezTo>
                    <a:pt x="1812" y="1460"/>
                    <a:pt x="1032" y="844"/>
                    <a:pt x="575" y="422"/>
                  </a:cubicBezTo>
                  <a:cubicBezTo>
                    <a:pt x="563" y="411"/>
                    <a:pt x="554" y="406"/>
                    <a:pt x="546" y="406"/>
                  </a:cubicBezTo>
                  <a:cubicBezTo>
                    <a:pt x="426" y="406"/>
                    <a:pt x="796" y="1657"/>
                    <a:pt x="1546" y="1769"/>
                  </a:cubicBezTo>
                  <a:cubicBezTo>
                    <a:pt x="1546" y="1769"/>
                    <a:pt x="640" y="1766"/>
                    <a:pt x="285" y="1664"/>
                  </a:cubicBezTo>
                  <a:cubicBezTo>
                    <a:pt x="262" y="1658"/>
                    <a:pt x="242" y="1655"/>
                    <a:pt x="226" y="1655"/>
                  </a:cubicBezTo>
                  <a:cubicBezTo>
                    <a:pt x="0" y="1655"/>
                    <a:pt x="324" y="2210"/>
                    <a:pt x="1204" y="2210"/>
                  </a:cubicBezTo>
                  <a:cubicBezTo>
                    <a:pt x="1281" y="2210"/>
                    <a:pt x="1363" y="2206"/>
                    <a:pt x="1448" y="2196"/>
                  </a:cubicBezTo>
                  <a:lnTo>
                    <a:pt x="1448" y="2196"/>
                  </a:lnTo>
                  <a:cubicBezTo>
                    <a:pt x="1448" y="2196"/>
                    <a:pt x="1311" y="2905"/>
                    <a:pt x="1773" y="3353"/>
                  </a:cubicBezTo>
                  <a:lnTo>
                    <a:pt x="1620" y="4229"/>
                  </a:lnTo>
                  <a:cubicBezTo>
                    <a:pt x="1619" y="4229"/>
                    <a:pt x="1997" y="4455"/>
                    <a:pt x="2504" y="4455"/>
                  </a:cubicBezTo>
                  <a:cubicBezTo>
                    <a:pt x="2652" y="4455"/>
                    <a:pt x="2810" y="4435"/>
                    <a:pt x="2974" y="4386"/>
                  </a:cubicBezTo>
                  <a:cubicBezTo>
                    <a:pt x="2974" y="4386"/>
                    <a:pt x="3131" y="3391"/>
                    <a:pt x="3258" y="2902"/>
                  </a:cubicBezTo>
                  <a:cubicBezTo>
                    <a:pt x="3386" y="2413"/>
                    <a:pt x="2840" y="2026"/>
                    <a:pt x="2517" y="477"/>
                  </a:cubicBezTo>
                  <a:cubicBezTo>
                    <a:pt x="2498" y="385"/>
                    <a:pt x="2468" y="346"/>
                    <a:pt x="2434" y="346"/>
                  </a:cubicBezTo>
                  <a:cubicBezTo>
                    <a:pt x="2314" y="346"/>
                    <a:pt x="2155" y="844"/>
                    <a:pt x="2348" y="1295"/>
                  </a:cubicBezTo>
                  <a:cubicBezTo>
                    <a:pt x="2348" y="1295"/>
                    <a:pt x="1640" y="447"/>
                    <a:pt x="1517" y="54"/>
                  </a:cubicBezTo>
                  <a:cubicBezTo>
                    <a:pt x="1505" y="18"/>
                    <a:pt x="1489" y="1"/>
                    <a:pt x="1471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-658044" y="2813700"/>
              <a:ext cx="1549548" cy="1641097"/>
            </a:xfrm>
            <a:custGeom>
              <a:avLst/>
              <a:gdLst/>
              <a:ahLst/>
              <a:cxnLst/>
              <a:rect l="l" t="t" r="r" b="b"/>
              <a:pathLst>
                <a:path w="9360" h="9913" extrusionOk="0">
                  <a:moveTo>
                    <a:pt x="1321" y="0"/>
                  </a:moveTo>
                  <a:cubicBezTo>
                    <a:pt x="17" y="0"/>
                    <a:pt x="1" y="3325"/>
                    <a:pt x="1856" y="4339"/>
                  </a:cubicBezTo>
                  <a:cubicBezTo>
                    <a:pt x="1934" y="4382"/>
                    <a:pt x="2006" y="4425"/>
                    <a:pt x="2077" y="4469"/>
                  </a:cubicBezTo>
                  <a:cubicBezTo>
                    <a:pt x="3154" y="5149"/>
                    <a:pt x="3686" y="6196"/>
                    <a:pt x="4202" y="7191"/>
                  </a:cubicBezTo>
                  <a:cubicBezTo>
                    <a:pt x="4532" y="7825"/>
                    <a:pt x="4854" y="8435"/>
                    <a:pt x="5305" y="8912"/>
                  </a:cubicBezTo>
                  <a:cubicBezTo>
                    <a:pt x="5977" y="9627"/>
                    <a:pt x="6901" y="9913"/>
                    <a:pt x="7660" y="9913"/>
                  </a:cubicBezTo>
                  <a:cubicBezTo>
                    <a:pt x="8266" y="9913"/>
                    <a:pt x="8767" y="9730"/>
                    <a:pt x="8950" y="9438"/>
                  </a:cubicBezTo>
                  <a:cubicBezTo>
                    <a:pt x="9359" y="8782"/>
                    <a:pt x="8538" y="5987"/>
                    <a:pt x="8538" y="5987"/>
                  </a:cubicBezTo>
                  <a:cubicBezTo>
                    <a:pt x="8538" y="5987"/>
                    <a:pt x="6070" y="4423"/>
                    <a:pt x="4836" y="2595"/>
                  </a:cubicBezTo>
                  <a:cubicBezTo>
                    <a:pt x="3601" y="766"/>
                    <a:pt x="2905" y="386"/>
                    <a:pt x="1545" y="31"/>
                  </a:cubicBezTo>
                  <a:cubicBezTo>
                    <a:pt x="1467" y="10"/>
                    <a:pt x="1392" y="0"/>
                    <a:pt x="13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303811" y="2624309"/>
              <a:ext cx="905719" cy="1808789"/>
            </a:xfrm>
            <a:custGeom>
              <a:avLst/>
              <a:gdLst/>
              <a:ahLst/>
              <a:cxnLst/>
              <a:rect l="l" t="t" r="r" b="b"/>
              <a:pathLst>
                <a:path w="5471" h="10926" extrusionOk="0">
                  <a:moveTo>
                    <a:pt x="4912" y="0"/>
                  </a:moveTo>
                  <a:cubicBezTo>
                    <a:pt x="4912" y="0"/>
                    <a:pt x="3790" y="417"/>
                    <a:pt x="2577" y="417"/>
                  </a:cubicBezTo>
                  <a:cubicBezTo>
                    <a:pt x="1972" y="417"/>
                    <a:pt x="1345" y="314"/>
                    <a:pt x="823" y="3"/>
                  </a:cubicBezTo>
                  <a:lnTo>
                    <a:pt x="823" y="3"/>
                  </a:lnTo>
                  <a:lnTo>
                    <a:pt x="1066" y="1932"/>
                  </a:lnTo>
                  <a:cubicBezTo>
                    <a:pt x="1066" y="1932"/>
                    <a:pt x="1035" y="2137"/>
                    <a:pt x="770" y="2340"/>
                  </a:cubicBezTo>
                  <a:cubicBezTo>
                    <a:pt x="399" y="2626"/>
                    <a:pt x="793" y="2870"/>
                    <a:pt x="793" y="2870"/>
                  </a:cubicBezTo>
                  <a:cubicBezTo>
                    <a:pt x="793" y="2870"/>
                    <a:pt x="332" y="3739"/>
                    <a:pt x="168" y="4123"/>
                  </a:cubicBezTo>
                  <a:cubicBezTo>
                    <a:pt x="0" y="4509"/>
                    <a:pt x="820" y="5137"/>
                    <a:pt x="430" y="6205"/>
                  </a:cubicBezTo>
                  <a:cubicBezTo>
                    <a:pt x="433" y="6205"/>
                    <a:pt x="549" y="9162"/>
                    <a:pt x="1520" y="10379"/>
                  </a:cubicBezTo>
                  <a:cubicBezTo>
                    <a:pt x="1831" y="10769"/>
                    <a:pt x="2166" y="10925"/>
                    <a:pt x="2494" y="10925"/>
                  </a:cubicBezTo>
                  <a:cubicBezTo>
                    <a:pt x="3508" y="10925"/>
                    <a:pt x="4452" y="9425"/>
                    <a:pt x="4408" y="8698"/>
                  </a:cubicBezTo>
                  <a:cubicBezTo>
                    <a:pt x="4245" y="6037"/>
                    <a:pt x="5471" y="4984"/>
                    <a:pt x="5095" y="4225"/>
                  </a:cubicBezTo>
                  <a:cubicBezTo>
                    <a:pt x="4932" y="3895"/>
                    <a:pt x="4594" y="4080"/>
                    <a:pt x="4465" y="3689"/>
                  </a:cubicBezTo>
                  <a:cubicBezTo>
                    <a:pt x="4333" y="3300"/>
                    <a:pt x="4860" y="3262"/>
                    <a:pt x="4912" y="2899"/>
                  </a:cubicBezTo>
                  <a:cubicBezTo>
                    <a:pt x="4964" y="2532"/>
                    <a:pt x="4971" y="639"/>
                    <a:pt x="49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469859" y="2860716"/>
              <a:ext cx="653753" cy="192037"/>
            </a:xfrm>
            <a:custGeom>
              <a:avLst/>
              <a:gdLst/>
              <a:ahLst/>
              <a:cxnLst/>
              <a:rect l="l" t="t" r="r" b="b"/>
              <a:pathLst>
                <a:path w="3949" h="1160" fill="none" extrusionOk="0">
                  <a:moveTo>
                    <a:pt x="3949" y="154"/>
                  </a:moveTo>
                  <a:cubicBezTo>
                    <a:pt x="3949" y="154"/>
                    <a:pt x="1750" y="1159"/>
                    <a:pt x="1" y="0"/>
                  </a:cubicBez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972474" y="2665035"/>
              <a:ext cx="30461" cy="261236"/>
            </a:xfrm>
            <a:custGeom>
              <a:avLst/>
              <a:gdLst/>
              <a:ahLst/>
              <a:cxnLst/>
              <a:rect l="l" t="t" r="r" b="b"/>
              <a:pathLst>
                <a:path w="184" h="1578" fill="none" extrusionOk="0">
                  <a:moveTo>
                    <a:pt x="183" y="1578"/>
                  </a:moveTo>
                  <a:lnTo>
                    <a:pt x="1" y="0"/>
                  </a:ln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794340" y="2691026"/>
              <a:ext cx="25991" cy="261568"/>
            </a:xfrm>
            <a:custGeom>
              <a:avLst/>
              <a:gdLst/>
              <a:ahLst/>
              <a:cxnLst/>
              <a:rect l="l" t="t" r="r" b="b"/>
              <a:pathLst>
                <a:path w="157" h="1580" fill="none" extrusionOk="0">
                  <a:moveTo>
                    <a:pt x="156" y="1579"/>
                  </a:moveTo>
                  <a:lnTo>
                    <a:pt x="1" y="1"/>
                  </a:ln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628458" y="2686887"/>
              <a:ext cx="662" cy="244847"/>
            </a:xfrm>
            <a:custGeom>
              <a:avLst/>
              <a:gdLst/>
              <a:ahLst/>
              <a:cxnLst/>
              <a:rect l="l" t="t" r="r" b="b"/>
              <a:pathLst>
                <a:path w="4" h="1479" fill="none" extrusionOk="0">
                  <a:moveTo>
                    <a:pt x="1" y="1478"/>
                  </a:moveTo>
                  <a:lnTo>
                    <a:pt x="3" y="0"/>
                  </a:ln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508267" y="2657254"/>
              <a:ext cx="10926" cy="232265"/>
            </a:xfrm>
            <a:custGeom>
              <a:avLst/>
              <a:gdLst/>
              <a:ahLst/>
              <a:cxnLst/>
              <a:rect l="l" t="t" r="r" b="b"/>
              <a:pathLst>
                <a:path w="66" h="1403" fill="none" extrusionOk="0">
                  <a:moveTo>
                    <a:pt x="65" y="1402"/>
                  </a:moveTo>
                  <a:lnTo>
                    <a:pt x="0" y="0"/>
                  </a:lnTo>
                </a:path>
              </a:pathLst>
            </a:custGeom>
            <a:noFill/>
            <a:ln w="170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306294" y="3511499"/>
              <a:ext cx="131115" cy="719973"/>
            </a:xfrm>
            <a:custGeom>
              <a:avLst/>
              <a:gdLst/>
              <a:ahLst/>
              <a:cxnLst/>
              <a:rect l="l" t="t" r="r" b="b"/>
              <a:pathLst>
                <a:path w="792" h="4349" fill="none" extrusionOk="0">
                  <a:moveTo>
                    <a:pt x="538" y="1"/>
                  </a:moveTo>
                  <a:cubicBezTo>
                    <a:pt x="553" y="975"/>
                    <a:pt x="0" y="1901"/>
                    <a:pt x="77" y="2872"/>
                  </a:cubicBezTo>
                  <a:cubicBezTo>
                    <a:pt x="122" y="3429"/>
                    <a:pt x="381" y="3969"/>
                    <a:pt x="792" y="4349"/>
                  </a:cubicBezTo>
                </a:path>
              </a:pathLst>
            </a:custGeom>
            <a:noFill/>
            <a:ln w="170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784738" y="3477561"/>
              <a:ext cx="350467" cy="454432"/>
            </a:xfrm>
            <a:custGeom>
              <a:avLst/>
              <a:gdLst/>
              <a:ahLst/>
              <a:cxnLst/>
              <a:rect l="l" t="t" r="r" b="b"/>
              <a:pathLst>
                <a:path w="2117" h="2745" fill="none" extrusionOk="0">
                  <a:moveTo>
                    <a:pt x="2116" y="1"/>
                  </a:moveTo>
                  <a:cubicBezTo>
                    <a:pt x="2112" y="403"/>
                    <a:pt x="1728" y="675"/>
                    <a:pt x="1417" y="929"/>
                  </a:cubicBezTo>
                  <a:cubicBezTo>
                    <a:pt x="1027" y="1248"/>
                    <a:pt x="696" y="1636"/>
                    <a:pt x="369" y="2022"/>
                  </a:cubicBezTo>
                  <a:cubicBezTo>
                    <a:pt x="191" y="2229"/>
                    <a:pt x="1" y="2474"/>
                    <a:pt x="38" y="2745"/>
                  </a:cubicBezTo>
                  <a:cubicBezTo>
                    <a:pt x="328" y="2652"/>
                    <a:pt x="594" y="2481"/>
                    <a:pt x="800" y="2253"/>
                  </a:cubicBezTo>
                </a:path>
              </a:pathLst>
            </a:custGeom>
            <a:noFill/>
            <a:ln w="170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421353" y="3089839"/>
              <a:ext cx="123996" cy="162900"/>
            </a:xfrm>
            <a:custGeom>
              <a:avLst/>
              <a:gdLst/>
              <a:ahLst/>
              <a:cxnLst/>
              <a:rect l="l" t="t" r="r" b="b"/>
              <a:pathLst>
                <a:path w="749" h="984" fill="none" extrusionOk="0">
                  <a:moveTo>
                    <a:pt x="0" y="1"/>
                  </a:moveTo>
                  <a:cubicBezTo>
                    <a:pt x="427" y="113"/>
                    <a:pt x="749" y="540"/>
                    <a:pt x="743" y="981"/>
                  </a:cubicBezTo>
                  <a:cubicBezTo>
                    <a:pt x="688" y="981"/>
                    <a:pt x="632" y="984"/>
                    <a:pt x="577" y="984"/>
                  </a:cubicBezTo>
                </a:path>
              </a:pathLst>
            </a:custGeom>
            <a:noFill/>
            <a:ln w="170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3" name="Google Shape;613;p36">
            <a:hlinkClick r:id="" action="ppaction://hlinkshowjump?jump=firstslide"/>
          </p:cNvPr>
          <p:cNvSpPr/>
          <p:nvPr/>
        </p:nvSpPr>
        <p:spPr>
          <a:xfrm>
            <a:off x="8428901" y="26867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6">
            <a:hlinkClick r:id="" action="ppaction://hlinkshowjump?jump=firstslide"/>
          </p:cNvPr>
          <p:cNvSpPr/>
          <p:nvPr/>
        </p:nvSpPr>
        <p:spPr>
          <a:xfrm>
            <a:off x="8480603" y="322243"/>
            <a:ext cx="180994" cy="177264"/>
          </a:xfrm>
          <a:custGeom>
            <a:avLst/>
            <a:gdLst/>
            <a:ahLst/>
            <a:cxnLst/>
            <a:rect l="l" t="t" r="r" b="b"/>
            <a:pathLst>
              <a:path w="12323" h="12067" extrusionOk="0">
                <a:moveTo>
                  <a:pt x="6165" y="705"/>
                </a:moveTo>
                <a:cubicBezTo>
                  <a:pt x="6180" y="705"/>
                  <a:pt x="6194" y="706"/>
                  <a:pt x="6209" y="708"/>
                </a:cubicBezTo>
                <a:cubicBezTo>
                  <a:pt x="6303" y="718"/>
                  <a:pt x="6388" y="763"/>
                  <a:pt x="6453" y="829"/>
                </a:cubicBezTo>
                <a:lnTo>
                  <a:pt x="11384" y="5744"/>
                </a:lnTo>
                <a:lnTo>
                  <a:pt x="11387" y="5746"/>
                </a:lnTo>
                <a:cubicBezTo>
                  <a:pt x="11543" y="5902"/>
                  <a:pt x="11543" y="6158"/>
                  <a:pt x="11387" y="6315"/>
                </a:cubicBezTo>
                <a:cubicBezTo>
                  <a:pt x="11310" y="6392"/>
                  <a:pt x="11209" y="6434"/>
                  <a:pt x="11101" y="6434"/>
                </a:cubicBezTo>
                <a:lnTo>
                  <a:pt x="10563" y="6434"/>
                </a:lnTo>
                <a:cubicBezTo>
                  <a:pt x="10367" y="6434"/>
                  <a:pt x="10209" y="6592"/>
                  <a:pt x="10209" y="6789"/>
                </a:cubicBezTo>
                <a:lnTo>
                  <a:pt x="10209" y="10762"/>
                </a:lnTo>
                <a:cubicBezTo>
                  <a:pt x="10209" y="11090"/>
                  <a:pt x="9943" y="11357"/>
                  <a:pt x="9614" y="11357"/>
                </a:cubicBezTo>
                <a:lnTo>
                  <a:pt x="8032" y="11357"/>
                </a:lnTo>
                <a:lnTo>
                  <a:pt x="8032" y="8872"/>
                </a:lnTo>
                <a:cubicBezTo>
                  <a:pt x="8032" y="8154"/>
                  <a:pt x="7448" y="7570"/>
                  <a:pt x="6729" y="7570"/>
                </a:cubicBezTo>
                <a:lnTo>
                  <a:pt x="5596" y="7570"/>
                </a:lnTo>
                <a:cubicBezTo>
                  <a:pt x="4876" y="7570"/>
                  <a:pt x="4293" y="8154"/>
                  <a:pt x="4293" y="8872"/>
                </a:cubicBezTo>
                <a:lnTo>
                  <a:pt x="4293" y="11357"/>
                </a:lnTo>
                <a:lnTo>
                  <a:pt x="2710" y="11357"/>
                </a:lnTo>
                <a:cubicBezTo>
                  <a:pt x="2382" y="11357"/>
                  <a:pt x="2117" y="11090"/>
                  <a:pt x="2117" y="10762"/>
                </a:cubicBezTo>
                <a:lnTo>
                  <a:pt x="2117" y="6789"/>
                </a:lnTo>
                <a:cubicBezTo>
                  <a:pt x="2117" y="6592"/>
                  <a:pt x="1959" y="6434"/>
                  <a:pt x="1762" y="6434"/>
                </a:cubicBezTo>
                <a:lnTo>
                  <a:pt x="1234" y="6434"/>
                </a:lnTo>
                <a:cubicBezTo>
                  <a:pt x="1228" y="6434"/>
                  <a:pt x="1223" y="6434"/>
                  <a:pt x="1217" y="6432"/>
                </a:cubicBezTo>
                <a:cubicBezTo>
                  <a:pt x="1111" y="6431"/>
                  <a:pt x="1012" y="6389"/>
                  <a:pt x="937" y="6315"/>
                </a:cubicBezTo>
                <a:cubicBezTo>
                  <a:pt x="779" y="6157"/>
                  <a:pt x="779" y="5902"/>
                  <a:pt x="937" y="5745"/>
                </a:cubicBezTo>
                <a:lnTo>
                  <a:pt x="5876" y="824"/>
                </a:lnTo>
                <a:cubicBezTo>
                  <a:pt x="5952" y="747"/>
                  <a:pt x="6055" y="705"/>
                  <a:pt x="6165" y="705"/>
                </a:cubicBezTo>
                <a:close/>
                <a:moveTo>
                  <a:pt x="6161" y="0"/>
                </a:moveTo>
                <a:cubicBezTo>
                  <a:pt x="5864" y="0"/>
                  <a:pt x="5585" y="116"/>
                  <a:pt x="5374" y="326"/>
                </a:cubicBezTo>
                <a:lnTo>
                  <a:pt x="438" y="5245"/>
                </a:lnTo>
                <a:lnTo>
                  <a:pt x="432" y="5251"/>
                </a:lnTo>
                <a:cubicBezTo>
                  <a:pt x="0" y="5684"/>
                  <a:pt x="0" y="6386"/>
                  <a:pt x="436" y="6820"/>
                </a:cubicBezTo>
                <a:cubicBezTo>
                  <a:pt x="633" y="7017"/>
                  <a:pt x="895" y="7132"/>
                  <a:pt x="1174" y="7144"/>
                </a:cubicBezTo>
                <a:cubicBezTo>
                  <a:pt x="1186" y="7146"/>
                  <a:pt x="1197" y="7146"/>
                  <a:pt x="1208" y="7146"/>
                </a:cubicBezTo>
                <a:lnTo>
                  <a:pt x="1405" y="7146"/>
                </a:lnTo>
                <a:lnTo>
                  <a:pt x="1405" y="11870"/>
                </a:lnTo>
                <a:cubicBezTo>
                  <a:pt x="1405" y="11979"/>
                  <a:pt x="1493" y="12066"/>
                  <a:pt x="1601" y="12066"/>
                </a:cubicBezTo>
                <a:lnTo>
                  <a:pt x="4648" y="12066"/>
                </a:lnTo>
                <a:cubicBezTo>
                  <a:pt x="4843" y="12066"/>
                  <a:pt x="5002" y="11908"/>
                  <a:pt x="5002" y="11712"/>
                </a:cubicBezTo>
                <a:lnTo>
                  <a:pt x="5002" y="8875"/>
                </a:lnTo>
                <a:cubicBezTo>
                  <a:pt x="5002" y="8546"/>
                  <a:pt x="5268" y="8280"/>
                  <a:pt x="5596" y="8280"/>
                </a:cubicBezTo>
                <a:lnTo>
                  <a:pt x="6726" y="8280"/>
                </a:lnTo>
                <a:cubicBezTo>
                  <a:pt x="7055" y="8280"/>
                  <a:pt x="7321" y="8546"/>
                  <a:pt x="7321" y="8875"/>
                </a:cubicBezTo>
                <a:lnTo>
                  <a:pt x="7321" y="11712"/>
                </a:lnTo>
                <a:cubicBezTo>
                  <a:pt x="7321" y="11908"/>
                  <a:pt x="7479" y="12066"/>
                  <a:pt x="7675" y="12066"/>
                </a:cubicBezTo>
                <a:lnTo>
                  <a:pt x="10721" y="12066"/>
                </a:lnTo>
                <a:cubicBezTo>
                  <a:pt x="10830" y="12066"/>
                  <a:pt x="10918" y="11978"/>
                  <a:pt x="10918" y="11870"/>
                </a:cubicBezTo>
                <a:lnTo>
                  <a:pt x="10918" y="7146"/>
                </a:lnTo>
                <a:lnTo>
                  <a:pt x="11101" y="7146"/>
                </a:lnTo>
                <a:cubicBezTo>
                  <a:pt x="11399" y="7146"/>
                  <a:pt x="11678" y="7030"/>
                  <a:pt x="11889" y="6820"/>
                </a:cubicBezTo>
                <a:cubicBezTo>
                  <a:pt x="12322" y="6385"/>
                  <a:pt x="12322" y="5681"/>
                  <a:pt x="11889" y="5249"/>
                </a:cubicBezTo>
                <a:lnTo>
                  <a:pt x="6950" y="326"/>
                </a:lnTo>
                <a:cubicBezTo>
                  <a:pt x="6739" y="116"/>
                  <a:pt x="6459" y="0"/>
                  <a:pt x="61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6">
            <a:hlinkClick r:id="" action="ppaction://hlinkshowjump?jump=nextslide"/>
          </p:cNvPr>
          <p:cNvSpPr/>
          <p:nvPr/>
        </p:nvSpPr>
        <p:spPr>
          <a:xfrm>
            <a:off x="850702" y="460850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36">
            <a:hlinkClick r:id="" action="ppaction://hlinkshowjump?jump=nextslide"/>
          </p:cNvPr>
          <p:cNvSpPr/>
          <p:nvPr/>
        </p:nvSpPr>
        <p:spPr>
          <a:xfrm>
            <a:off x="925738" y="4700727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36">
            <a:hlinkClick r:id="" action="ppaction://hlinkshowjump?jump=previousslide"/>
          </p:cNvPr>
          <p:cNvSpPr/>
          <p:nvPr/>
        </p:nvSpPr>
        <p:spPr>
          <a:xfrm>
            <a:off x="422198" y="4608530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6">
            <a:hlinkClick r:id="" action="ppaction://hlinkshowjump?jump=previousslide"/>
          </p:cNvPr>
          <p:cNvSpPr/>
          <p:nvPr/>
        </p:nvSpPr>
        <p:spPr>
          <a:xfrm flipH="1">
            <a:off x="494354" y="4700744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9"/>
          <p:cNvSpPr txBox="1">
            <a:spLocks noGrp="1"/>
          </p:cNvSpPr>
          <p:nvPr>
            <p:ph type="subTitle" idx="1"/>
          </p:nvPr>
        </p:nvSpPr>
        <p:spPr>
          <a:xfrm>
            <a:off x="1497946" y="2424825"/>
            <a:ext cx="2562900" cy="14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daily_screen_time_hours</a:t>
            </a:r>
            <a:r>
              <a:rPr lang="en-US" dirty="0"/>
              <a:t> (0.58)</a:t>
            </a:r>
          </a:p>
          <a:p>
            <a:pPr marL="0" lvl="0" indent="0"/>
            <a:r>
              <a:rPr lang="en-US" dirty="0" err="1"/>
              <a:t>social_media_hours</a:t>
            </a:r>
            <a:r>
              <a:rPr lang="en-US" dirty="0"/>
              <a:t> (0.41)</a:t>
            </a:r>
            <a:endParaRPr dirty="0"/>
          </a:p>
        </p:txBody>
      </p:sp>
      <p:sp>
        <p:nvSpPr>
          <p:cNvPr id="821" name="Google Shape;821;p39"/>
          <p:cNvSpPr txBox="1">
            <a:spLocks noGrp="1"/>
          </p:cNvSpPr>
          <p:nvPr>
            <p:ph type="subTitle" idx="2"/>
          </p:nvPr>
        </p:nvSpPr>
        <p:spPr>
          <a:xfrm>
            <a:off x="1497946" y="2116850"/>
            <a:ext cx="2562900" cy="4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Cele mai importante</a:t>
            </a:r>
            <a:endParaRPr sz="1400" dirty="0"/>
          </a:p>
        </p:txBody>
      </p:sp>
      <p:sp>
        <p:nvSpPr>
          <p:cNvPr id="822" name="Google Shape;822;p39"/>
          <p:cNvSpPr/>
          <p:nvPr/>
        </p:nvSpPr>
        <p:spPr>
          <a:xfrm>
            <a:off x="2431096" y="1635350"/>
            <a:ext cx="696600" cy="405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39"/>
          <p:cNvSpPr/>
          <p:nvPr/>
        </p:nvSpPr>
        <p:spPr>
          <a:xfrm>
            <a:off x="6016312" y="1635350"/>
            <a:ext cx="696600" cy="405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Corelații</a:t>
            </a:r>
            <a:endParaRPr dirty="0"/>
          </a:p>
        </p:txBody>
      </p:sp>
      <p:sp>
        <p:nvSpPr>
          <p:cNvPr id="825" name="Google Shape;825;p39"/>
          <p:cNvSpPr txBox="1">
            <a:spLocks noGrp="1"/>
          </p:cNvSpPr>
          <p:nvPr>
            <p:ph type="subTitle" idx="3"/>
          </p:nvPr>
        </p:nvSpPr>
        <p:spPr>
          <a:xfrm>
            <a:off x="5083162" y="2424825"/>
            <a:ext cx="2562900" cy="14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age (0.00)</a:t>
            </a:r>
          </a:p>
          <a:p>
            <a:pPr marL="0" lvl="0" indent="0"/>
            <a:r>
              <a:rPr lang="en-US" dirty="0"/>
              <a:t> </a:t>
            </a:r>
            <a:r>
              <a:rPr lang="en-US" dirty="0" err="1"/>
              <a:t>notifications_per_day</a:t>
            </a:r>
            <a:r>
              <a:rPr lang="en-US" dirty="0"/>
              <a:t> (0.00)</a:t>
            </a:r>
            <a:endParaRPr dirty="0"/>
          </a:p>
        </p:txBody>
      </p:sp>
      <p:sp>
        <p:nvSpPr>
          <p:cNvPr id="826" name="Google Shape;826;p39"/>
          <p:cNvSpPr txBox="1">
            <a:spLocks noGrp="1"/>
          </p:cNvSpPr>
          <p:nvPr>
            <p:ph type="subTitle" idx="4"/>
          </p:nvPr>
        </p:nvSpPr>
        <p:spPr>
          <a:xfrm>
            <a:off x="5083162" y="2116850"/>
            <a:ext cx="2562900" cy="4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Importanța 0</a:t>
            </a:r>
            <a:endParaRPr sz="1400" dirty="0"/>
          </a:p>
        </p:txBody>
      </p:sp>
      <p:grpSp>
        <p:nvGrpSpPr>
          <p:cNvPr id="827" name="Google Shape;827;p39"/>
          <p:cNvGrpSpPr/>
          <p:nvPr/>
        </p:nvGrpSpPr>
        <p:grpSpPr>
          <a:xfrm>
            <a:off x="2669548" y="1694188"/>
            <a:ext cx="219695" cy="287614"/>
            <a:chOff x="4654025" y="1565850"/>
            <a:chExt cx="211225" cy="276525"/>
          </a:xfrm>
        </p:grpSpPr>
        <p:sp>
          <p:nvSpPr>
            <p:cNvPr id="828" name="Google Shape;828;p39"/>
            <p:cNvSpPr/>
            <p:nvPr/>
          </p:nvSpPr>
          <p:spPr>
            <a:xfrm>
              <a:off x="4654025" y="1565850"/>
              <a:ext cx="44975" cy="138600"/>
            </a:xfrm>
            <a:custGeom>
              <a:avLst/>
              <a:gdLst/>
              <a:ahLst/>
              <a:cxnLst/>
              <a:rect l="l" t="t" r="r" b="b"/>
              <a:pathLst>
                <a:path w="1799" h="5544" extrusionOk="0">
                  <a:moveTo>
                    <a:pt x="1618" y="1"/>
                  </a:moveTo>
                  <a:cubicBezTo>
                    <a:pt x="1576" y="1"/>
                    <a:pt x="1534" y="17"/>
                    <a:pt x="1501" y="49"/>
                  </a:cubicBezTo>
                  <a:cubicBezTo>
                    <a:pt x="0" y="1550"/>
                    <a:pt x="0" y="3992"/>
                    <a:pt x="1501" y="5494"/>
                  </a:cubicBezTo>
                  <a:cubicBezTo>
                    <a:pt x="1535" y="5527"/>
                    <a:pt x="1577" y="5543"/>
                    <a:pt x="1619" y="5543"/>
                  </a:cubicBezTo>
                  <a:cubicBezTo>
                    <a:pt x="1660" y="5543"/>
                    <a:pt x="1702" y="5528"/>
                    <a:pt x="1735" y="5495"/>
                  </a:cubicBezTo>
                  <a:cubicBezTo>
                    <a:pt x="1799" y="5431"/>
                    <a:pt x="1799" y="5327"/>
                    <a:pt x="1735" y="5262"/>
                  </a:cubicBezTo>
                  <a:cubicBezTo>
                    <a:pt x="362" y="3889"/>
                    <a:pt x="362" y="1655"/>
                    <a:pt x="1735" y="282"/>
                  </a:cubicBezTo>
                  <a:cubicBezTo>
                    <a:pt x="1799" y="218"/>
                    <a:pt x="1799" y="113"/>
                    <a:pt x="1735" y="49"/>
                  </a:cubicBezTo>
                  <a:cubicBezTo>
                    <a:pt x="1703" y="17"/>
                    <a:pt x="1661" y="1"/>
                    <a:pt x="1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9"/>
            <p:cNvSpPr/>
            <p:nvPr/>
          </p:nvSpPr>
          <p:spPr>
            <a:xfrm>
              <a:off x="4820275" y="1565900"/>
              <a:ext cx="44975" cy="138550"/>
            </a:xfrm>
            <a:custGeom>
              <a:avLst/>
              <a:gdLst/>
              <a:ahLst/>
              <a:cxnLst/>
              <a:rect l="l" t="t" r="r" b="b"/>
              <a:pathLst>
                <a:path w="1799" h="5542" extrusionOk="0">
                  <a:moveTo>
                    <a:pt x="181" y="0"/>
                  </a:moveTo>
                  <a:cubicBezTo>
                    <a:pt x="139" y="0"/>
                    <a:pt x="96" y="16"/>
                    <a:pt x="64" y="48"/>
                  </a:cubicBezTo>
                  <a:cubicBezTo>
                    <a:pt x="0" y="112"/>
                    <a:pt x="0" y="217"/>
                    <a:pt x="64" y="282"/>
                  </a:cubicBezTo>
                  <a:cubicBezTo>
                    <a:pt x="1436" y="1653"/>
                    <a:pt x="1436" y="3888"/>
                    <a:pt x="64" y="5260"/>
                  </a:cubicBezTo>
                  <a:cubicBezTo>
                    <a:pt x="0" y="5325"/>
                    <a:pt x="0" y="5429"/>
                    <a:pt x="64" y="5493"/>
                  </a:cubicBezTo>
                  <a:cubicBezTo>
                    <a:pt x="96" y="5526"/>
                    <a:pt x="139" y="5541"/>
                    <a:pt x="181" y="5541"/>
                  </a:cubicBezTo>
                  <a:cubicBezTo>
                    <a:pt x="223" y="5541"/>
                    <a:pt x="265" y="5526"/>
                    <a:pt x="298" y="5493"/>
                  </a:cubicBezTo>
                  <a:cubicBezTo>
                    <a:pt x="1799" y="3991"/>
                    <a:pt x="1799" y="1550"/>
                    <a:pt x="298" y="48"/>
                  </a:cubicBezTo>
                  <a:cubicBezTo>
                    <a:pt x="266" y="16"/>
                    <a:pt x="223" y="0"/>
                    <a:pt x="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9"/>
            <p:cNvSpPr/>
            <p:nvPr/>
          </p:nvSpPr>
          <p:spPr>
            <a:xfrm>
              <a:off x="4678100" y="1581350"/>
              <a:ext cx="36450" cy="107600"/>
            </a:xfrm>
            <a:custGeom>
              <a:avLst/>
              <a:gdLst/>
              <a:ahLst/>
              <a:cxnLst/>
              <a:rect l="l" t="t" r="r" b="b"/>
              <a:pathLst>
                <a:path w="1458" h="4304" extrusionOk="0">
                  <a:moveTo>
                    <a:pt x="1276" y="1"/>
                  </a:moveTo>
                  <a:cubicBezTo>
                    <a:pt x="1234" y="1"/>
                    <a:pt x="1192" y="17"/>
                    <a:pt x="1160" y="49"/>
                  </a:cubicBezTo>
                  <a:cubicBezTo>
                    <a:pt x="0" y="1209"/>
                    <a:pt x="0" y="3096"/>
                    <a:pt x="1160" y="4255"/>
                  </a:cubicBezTo>
                  <a:cubicBezTo>
                    <a:pt x="1192" y="4286"/>
                    <a:pt x="1234" y="4303"/>
                    <a:pt x="1276" y="4303"/>
                  </a:cubicBezTo>
                  <a:cubicBezTo>
                    <a:pt x="1318" y="4303"/>
                    <a:pt x="1360" y="4287"/>
                    <a:pt x="1392" y="4255"/>
                  </a:cubicBezTo>
                  <a:cubicBezTo>
                    <a:pt x="1457" y="4190"/>
                    <a:pt x="1457" y="4085"/>
                    <a:pt x="1392" y="4021"/>
                  </a:cubicBezTo>
                  <a:cubicBezTo>
                    <a:pt x="361" y="2990"/>
                    <a:pt x="361" y="1313"/>
                    <a:pt x="1392" y="283"/>
                  </a:cubicBezTo>
                  <a:cubicBezTo>
                    <a:pt x="1457" y="218"/>
                    <a:pt x="1457" y="113"/>
                    <a:pt x="1392" y="49"/>
                  </a:cubicBezTo>
                  <a:cubicBezTo>
                    <a:pt x="1360" y="17"/>
                    <a:pt x="1318" y="1"/>
                    <a:pt x="12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9"/>
            <p:cNvSpPr/>
            <p:nvPr/>
          </p:nvSpPr>
          <p:spPr>
            <a:xfrm>
              <a:off x="4804725" y="1581475"/>
              <a:ext cx="29225" cy="107500"/>
            </a:xfrm>
            <a:custGeom>
              <a:avLst/>
              <a:gdLst/>
              <a:ahLst/>
              <a:cxnLst/>
              <a:rect l="l" t="t" r="r" b="b"/>
              <a:pathLst>
                <a:path w="1169" h="4300" extrusionOk="0">
                  <a:moveTo>
                    <a:pt x="182" y="0"/>
                  </a:moveTo>
                  <a:cubicBezTo>
                    <a:pt x="140" y="0"/>
                    <a:pt x="98" y="16"/>
                    <a:pt x="66" y="48"/>
                  </a:cubicBezTo>
                  <a:cubicBezTo>
                    <a:pt x="1" y="112"/>
                    <a:pt x="1" y="217"/>
                    <a:pt x="66" y="281"/>
                  </a:cubicBezTo>
                  <a:cubicBezTo>
                    <a:pt x="564" y="776"/>
                    <a:pt x="838" y="1440"/>
                    <a:pt x="838" y="2147"/>
                  </a:cubicBezTo>
                  <a:cubicBezTo>
                    <a:pt x="838" y="2855"/>
                    <a:pt x="564" y="3518"/>
                    <a:pt x="66" y="4017"/>
                  </a:cubicBezTo>
                  <a:cubicBezTo>
                    <a:pt x="1" y="4081"/>
                    <a:pt x="1" y="4186"/>
                    <a:pt x="66" y="4251"/>
                  </a:cubicBezTo>
                  <a:cubicBezTo>
                    <a:pt x="98" y="4283"/>
                    <a:pt x="140" y="4299"/>
                    <a:pt x="182" y="4299"/>
                  </a:cubicBezTo>
                  <a:cubicBezTo>
                    <a:pt x="224" y="4299"/>
                    <a:pt x="266" y="4283"/>
                    <a:pt x="299" y="4251"/>
                  </a:cubicBezTo>
                  <a:cubicBezTo>
                    <a:pt x="859" y="3690"/>
                    <a:pt x="1168" y="2943"/>
                    <a:pt x="1168" y="2149"/>
                  </a:cubicBezTo>
                  <a:cubicBezTo>
                    <a:pt x="1168" y="1354"/>
                    <a:pt x="859" y="608"/>
                    <a:pt x="299" y="48"/>
                  </a:cubicBezTo>
                  <a:cubicBezTo>
                    <a:pt x="267" y="16"/>
                    <a:pt x="224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9"/>
            <p:cNvSpPr/>
            <p:nvPr/>
          </p:nvSpPr>
          <p:spPr>
            <a:xfrm>
              <a:off x="4707225" y="1596900"/>
              <a:ext cx="22800" cy="76550"/>
            </a:xfrm>
            <a:custGeom>
              <a:avLst/>
              <a:gdLst/>
              <a:ahLst/>
              <a:cxnLst/>
              <a:rect l="l" t="t" r="r" b="b"/>
              <a:pathLst>
                <a:path w="912" h="3062" extrusionOk="0">
                  <a:moveTo>
                    <a:pt x="730" y="1"/>
                  </a:moveTo>
                  <a:cubicBezTo>
                    <a:pt x="688" y="1"/>
                    <a:pt x="646" y="17"/>
                    <a:pt x="614" y="49"/>
                  </a:cubicBezTo>
                  <a:cubicBezTo>
                    <a:pt x="218" y="445"/>
                    <a:pt x="1" y="970"/>
                    <a:pt x="1" y="1530"/>
                  </a:cubicBezTo>
                  <a:cubicBezTo>
                    <a:pt x="2" y="2090"/>
                    <a:pt x="220" y="2617"/>
                    <a:pt x="614" y="3012"/>
                  </a:cubicBezTo>
                  <a:cubicBezTo>
                    <a:pt x="646" y="3046"/>
                    <a:pt x="689" y="3062"/>
                    <a:pt x="730" y="3062"/>
                  </a:cubicBezTo>
                  <a:cubicBezTo>
                    <a:pt x="772" y="3062"/>
                    <a:pt x="814" y="3046"/>
                    <a:pt x="847" y="3012"/>
                  </a:cubicBezTo>
                  <a:cubicBezTo>
                    <a:pt x="912" y="2948"/>
                    <a:pt x="912" y="2844"/>
                    <a:pt x="847" y="2780"/>
                  </a:cubicBezTo>
                  <a:cubicBezTo>
                    <a:pt x="515" y="2446"/>
                    <a:pt x="331" y="2002"/>
                    <a:pt x="331" y="1530"/>
                  </a:cubicBezTo>
                  <a:cubicBezTo>
                    <a:pt x="331" y="1058"/>
                    <a:pt x="515" y="615"/>
                    <a:pt x="847" y="282"/>
                  </a:cubicBezTo>
                  <a:cubicBezTo>
                    <a:pt x="912" y="218"/>
                    <a:pt x="912" y="113"/>
                    <a:pt x="847" y="49"/>
                  </a:cubicBezTo>
                  <a:cubicBezTo>
                    <a:pt x="815" y="17"/>
                    <a:pt x="773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9"/>
            <p:cNvSpPr/>
            <p:nvPr/>
          </p:nvSpPr>
          <p:spPr>
            <a:xfrm>
              <a:off x="4789225" y="1596900"/>
              <a:ext cx="22800" cy="76550"/>
            </a:xfrm>
            <a:custGeom>
              <a:avLst/>
              <a:gdLst/>
              <a:ahLst/>
              <a:cxnLst/>
              <a:rect l="l" t="t" r="r" b="b"/>
              <a:pathLst>
                <a:path w="912" h="3062" extrusionOk="0">
                  <a:moveTo>
                    <a:pt x="181" y="1"/>
                  </a:moveTo>
                  <a:cubicBezTo>
                    <a:pt x="139" y="1"/>
                    <a:pt x="96" y="17"/>
                    <a:pt x="64" y="49"/>
                  </a:cubicBezTo>
                  <a:cubicBezTo>
                    <a:pt x="0" y="113"/>
                    <a:pt x="0" y="218"/>
                    <a:pt x="64" y="282"/>
                  </a:cubicBezTo>
                  <a:cubicBezTo>
                    <a:pt x="398" y="615"/>
                    <a:pt x="581" y="1058"/>
                    <a:pt x="581" y="1530"/>
                  </a:cubicBezTo>
                  <a:cubicBezTo>
                    <a:pt x="581" y="2002"/>
                    <a:pt x="398" y="2446"/>
                    <a:pt x="64" y="2780"/>
                  </a:cubicBezTo>
                  <a:cubicBezTo>
                    <a:pt x="0" y="2844"/>
                    <a:pt x="0" y="2948"/>
                    <a:pt x="64" y="3012"/>
                  </a:cubicBezTo>
                  <a:cubicBezTo>
                    <a:pt x="97" y="3046"/>
                    <a:pt x="139" y="3062"/>
                    <a:pt x="181" y="3062"/>
                  </a:cubicBezTo>
                  <a:cubicBezTo>
                    <a:pt x="223" y="3062"/>
                    <a:pt x="265" y="3046"/>
                    <a:pt x="298" y="3012"/>
                  </a:cubicBezTo>
                  <a:cubicBezTo>
                    <a:pt x="693" y="2617"/>
                    <a:pt x="911" y="2092"/>
                    <a:pt x="911" y="1530"/>
                  </a:cubicBezTo>
                  <a:cubicBezTo>
                    <a:pt x="911" y="970"/>
                    <a:pt x="693" y="445"/>
                    <a:pt x="298" y="49"/>
                  </a:cubicBezTo>
                  <a:cubicBezTo>
                    <a:pt x="266" y="17"/>
                    <a:pt x="223" y="1"/>
                    <a:pt x="1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9"/>
            <p:cNvSpPr/>
            <p:nvPr/>
          </p:nvSpPr>
          <p:spPr>
            <a:xfrm>
              <a:off x="4663075" y="1604725"/>
              <a:ext cx="193375" cy="237650"/>
            </a:xfrm>
            <a:custGeom>
              <a:avLst/>
              <a:gdLst/>
              <a:ahLst/>
              <a:cxnLst/>
              <a:rect l="l" t="t" r="r" b="b"/>
              <a:pathLst>
                <a:path w="7735" h="9506" extrusionOk="0">
                  <a:moveTo>
                    <a:pt x="3862" y="330"/>
                  </a:moveTo>
                  <a:cubicBezTo>
                    <a:pt x="4352" y="330"/>
                    <a:pt x="4750" y="728"/>
                    <a:pt x="4750" y="1217"/>
                  </a:cubicBezTo>
                  <a:cubicBezTo>
                    <a:pt x="4750" y="1708"/>
                    <a:pt x="4352" y="2106"/>
                    <a:pt x="3862" y="2106"/>
                  </a:cubicBezTo>
                  <a:cubicBezTo>
                    <a:pt x="3372" y="2106"/>
                    <a:pt x="2973" y="1708"/>
                    <a:pt x="2973" y="1217"/>
                  </a:cubicBezTo>
                  <a:cubicBezTo>
                    <a:pt x="2973" y="728"/>
                    <a:pt x="3372" y="330"/>
                    <a:pt x="3862" y="330"/>
                  </a:cubicBezTo>
                  <a:close/>
                  <a:moveTo>
                    <a:pt x="3863" y="0"/>
                  </a:moveTo>
                  <a:cubicBezTo>
                    <a:pt x="3192" y="0"/>
                    <a:pt x="2646" y="547"/>
                    <a:pt x="2646" y="1217"/>
                  </a:cubicBezTo>
                  <a:cubicBezTo>
                    <a:pt x="2646" y="1678"/>
                    <a:pt x="2904" y="2081"/>
                    <a:pt x="3282" y="2286"/>
                  </a:cubicBezTo>
                  <a:lnTo>
                    <a:pt x="2289" y="8123"/>
                  </a:lnTo>
                  <a:lnTo>
                    <a:pt x="732" y="8123"/>
                  </a:lnTo>
                  <a:cubicBezTo>
                    <a:pt x="327" y="8123"/>
                    <a:pt x="1" y="8454"/>
                    <a:pt x="26" y="8858"/>
                  </a:cubicBezTo>
                  <a:cubicBezTo>
                    <a:pt x="48" y="9218"/>
                    <a:pt x="350" y="9506"/>
                    <a:pt x="717" y="9506"/>
                  </a:cubicBezTo>
                  <a:lnTo>
                    <a:pt x="1094" y="9506"/>
                  </a:lnTo>
                  <a:cubicBezTo>
                    <a:pt x="1183" y="9506"/>
                    <a:pt x="1262" y="9438"/>
                    <a:pt x="1263" y="9348"/>
                  </a:cubicBezTo>
                  <a:cubicBezTo>
                    <a:pt x="1265" y="9256"/>
                    <a:pt x="1192" y="9182"/>
                    <a:pt x="1100" y="9182"/>
                  </a:cubicBezTo>
                  <a:lnTo>
                    <a:pt x="724" y="9182"/>
                  </a:lnTo>
                  <a:cubicBezTo>
                    <a:pt x="561" y="9182"/>
                    <a:pt x="392" y="9052"/>
                    <a:pt x="360" y="8889"/>
                  </a:cubicBezTo>
                  <a:cubicBezTo>
                    <a:pt x="313" y="8654"/>
                    <a:pt x="491" y="8447"/>
                    <a:pt x="717" y="8447"/>
                  </a:cubicBezTo>
                  <a:lnTo>
                    <a:pt x="6943" y="8447"/>
                  </a:lnTo>
                  <a:cubicBezTo>
                    <a:pt x="7107" y="8447"/>
                    <a:pt x="7276" y="8577"/>
                    <a:pt x="7307" y="8740"/>
                  </a:cubicBezTo>
                  <a:cubicBezTo>
                    <a:pt x="7354" y="8975"/>
                    <a:pt x="7176" y="9182"/>
                    <a:pt x="6951" y="9182"/>
                  </a:cubicBezTo>
                  <a:lnTo>
                    <a:pt x="1872" y="9182"/>
                  </a:lnTo>
                  <a:cubicBezTo>
                    <a:pt x="1783" y="9182"/>
                    <a:pt x="1704" y="9250"/>
                    <a:pt x="1703" y="9339"/>
                  </a:cubicBezTo>
                  <a:cubicBezTo>
                    <a:pt x="1700" y="9431"/>
                    <a:pt x="1773" y="9506"/>
                    <a:pt x="1865" y="9506"/>
                  </a:cubicBezTo>
                  <a:lnTo>
                    <a:pt x="6943" y="9506"/>
                  </a:lnTo>
                  <a:cubicBezTo>
                    <a:pt x="7247" y="9506"/>
                    <a:pt x="7562" y="9266"/>
                    <a:pt x="7630" y="8968"/>
                  </a:cubicBezTo>
                  <a:cubicBezTo>
                    <a:pt x="7735" y="8511"/>
                    <a:pt x="7388" y="8102"/>
                    <a:pt x="6946" y="8102"/>
                  </a:cubicBezTo>
                  <a:lnTo>
                    <a:pt x="5438" y="8102"/>
                  </a:lnTo>
                  <a:lnTo>
                    <a:pt x="4759" y="4139"/>
                  </a:lnTo>
                  <a:cubicBezTo>
                    <a:pt x="4745" y="4059"/>
                    <a:pt x="4675" y="4002"/>
                    <a:pt x="4595" y="4002"/>
                  </a:cubicBezTo>
                  <a:cubicBezTo>
                    <a:pt x="4587" y="4002"/>
                    <a:pt x="4578" y="4003"/>
                    <a:pt x="4570" y="4004"/>
                  </a:cubicBezTo>
                  <a:cubicBezTo>
                    <a:pt x="4480" y="4020"/>
                    <a:pt x="4420" y="4105"/>
                    <a:pt x="4434" y="4194"/>
                  </a:cubicBezTo>
                  <a:lnTo>
                    <a:pt x="5104" y="8123"/>
                  </a:lnTo>
                  <a:lnTo>
                    <a:pt x="2620" y="8123"/>
                  </a:lnTo>
                  <a:lnTo>
                    <a:pt x="3595" y="2405"/>
                  </a:lnTo>
                  <a:cubicBezTo>
                    <a:pt x="3681" y="2425"/>
                    <a:pt x="3770" y="2435"/>
                    <a:pt x="3862" y="2435"/>
                  </a:cubicBezTo>
                  <a:cubicBezTo>
                    <a:pt x="3953" y="2435"/>
                    <a:pt x="4042" y="2425"/>
                    <a:pt x="4129" y="2405"/>
                  </a:cubicBezTo>
                  <a:lnTo>
                    <a:pt x="4324" y="3549"/>
                  </a:lnTo>
                  <a:cubicBezTo>
                    <a:pt x="4338" y="3630"/>
                    <a:pt x="4408" y="3688"/>
                    <a:pt x="4487" y="3688"/>
                  </a:cubicBezTo>
                  <a:cubicBezTo>
                    <a:pt x="4496" y="3688"/>
                    <a:pt x="4505" y="3686"/>
                    <a:pt x="4514" y="3685"/>
                  </a:cubicBezTo>
                  <a:cubicBezTo>
                    <a:pt x="4603" y="3669"/>
                    <a:pt x="4664" y="3584"/>
                    <a:pt x="4649" y="3495"/>
                  </a:cubicBezTo>
                  <a:lnTo>
                    <a:pt x="4444" y="2286"/>
                  </a:lnTo>
                  <a:cubicBezTo>
                    <a:pt x="4822" y="2080"/>
                    <a:pt x="5080" y="1677"/>
                    <a:pt x="5080" y="1217"/>
                  </a:cubicBezTo>
                  <a:cubicBezTo>
                    <a:pt x="5080" y="547"/>
                    <a:pt x="4534" y="0"/>
                    <a:pt x="38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39"/>
          <p:cNvGrpSpPr/>
          <p:nvPr/>
        </p:nvGrpSpPr>
        <p:grpSpPr>
          <a:xfrm>
            <a:off x="6235145" y="1694435"/>
            <a:ext cx="258933" cy="287120"/>
            <a:chOff x="1318550" y="2869225"/>
            <a:chExt cx="248950" cy="276050"/>
          </a:xfrm>
        </p:grpSpPr>
        <p:sp>
          <p:nvSpPr>
            <p:cNvPr id="836" name="Google Shape;836;p39"/>
            <p:cNvSpPr/>
            <p:nvPr/>
          </p:nvSpPr>
          <p:spPr>
            <a:xfrm>
              <a:off x="1453900" y="3093325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889" h="889" extrusionOk="0">
                  <a:moveTo>
                    <a:pt x="444" y="329"/>
                  </a:moveTo>
                  <a:cubicBezTo>
                    <a:pt x="509" y="329"/>
                    <a:pt x="559" y="381"/>
                    <a:pt x="559" y="444"/>
                  </a:cubicBezTo>
                  <a:cubicBezTo>
                    <a:pt x="559" y="507"/>
                    <a:pt x="509" y="560"/>
                    <a:pt x="444" y="560"/>
                  </a:cubicBezTo>
                  <a:cubicBezTo>
                    <a:pt x="380" y="560"/>
                    <a:pt x="328" y="509"/>
                    <a:pt x="328" y="444"/>
                  </a:cubicBezTo>
                  <a:cubicBezTo>
                    <a:pt x="328" y="380"/>
                    <a:pt x="381" y="329"/>
                    <a:pt x="444" y="329"/>
                  </a:cubicBezTo>
                  <a:close/>
                  <a:moveTo>
                    <a:pt x="444" y="1"/>
                  </a:moveTo>
                  <a:cubicBezTo>
                    <a:pt x="200" y="1"/>
                    <a:pt x="0" y="200"/>
                    <a:pt x="0" y="444"/>
                  </a:cubicBezTo>
                  <a:cubicBezTo>
                    <a:pt x="0" y="690"/>
                    <a:pt x="200" y="889"/>
                    <a:pt x="444" y="889"/>
                  </a:cubicBezTo>
                  <a:cubicBezTo>
                    <a:pt x="689" y="889"/>
                    <a:pt x="888" y="690"/>
                    <a:pt x="888" y="444"/>
                  </a:cubicBezTo>
                  <a:cubicBezTo>
                    <a:pt x="888" y="200"/>
                    <a:pt x="689" y="1"/>
                    <a:pt x="4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9"/>
            <p:cNvSpPr/>
            <p:nvPr/>
          </p:nvSpPr>
          <p:spPr>
            <a:xfrm>
              <a:off x="1442950" y="2885950"/>
              <a:ext cx="44325" cy="8150"/>
            </a:xfrm>
            <a:custGeom>
              <a:avLst/>
              <a:gdLst/>
              <a:ahLst/>
              <a:cxnLst/>
              <a:rect l="l" t="t" r="r" b="b"/>
              <a:pathLst>
                <a:path w="1773" h="326" extrusionOk="0">
                  <a:moveTo>
                    <a:pt x="173" y="0"/>
                  </a:moveTo>
                  <a:cubicBezTo>
                    <a:pt x="84" y="0"/>
                    <a:pt x="6" y="68"/>
                    <a:pt x="4" y="158"/>
                  </a:cubicBezTo>
                  <a:cubicBezTo>
                    <a:pt x="0" y="250"/>
                    <a:pt x="74" y="325"/>
                    <a:pt x="166" y="325"/>
                  </a:cubicBezTo>
                  <a:lnTo>
                    <a:pt x="1593" y="325"/>
                  </a:lnTo>
                  <a:cubicBezTo>
                    <a:pt x="1676" y="325"/>
                    <a:pt x="1752" y="264"/>
                    <a:pt x="1761" y="182"/>
                  </a:cubicBezTo>
                  <a:cubicBezTo>
                    <a:pt x="1773" y="84"/>
                    <a:pt x="1696" y="0"/>
                    <a:pt x="1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9"/>
            <p:cNvSpPr/>
            <p:nvPr/>
          </p:nvSpPr>
          <p:spPr>
            <a:xfrm>
              <a:off x="1429050" y="2885900"/>
              <a:ext cx="8950" cy="8200"/>
            </a:xfrm>
            <a:custGeom>
              <a:avLst/>
              <a:gdLst/>
              <a:ahLst/>
              <a:cxnLst/>
              <a:rect l="l" t="t" r="r" b="b"/>
              <a:pathLst>
                <a:path w="358" h="328" extrusionOk="0">
                  <a:moveTo>
                    <a:pt x="177" y="0"/>
                  </a:moveTo>
                  <a:cubicBezTo>
                    <a:pt x="176" y="0"/>
                    <a:pt x="176" y="0"/>
                    <a:pt x="175" y="0"/>
                  </a:cubicBezTo>
                  <a:cubicBezTo>
                    <a:pt x="109" y="3"/>
                    <a:pt x="48" y="46"/>
                    <a:pt x="26" y="109"/>
                  </a:cubicBezTo>
                  <a:cubicBezTo>
                    <a:pt x="1" y="178"/>
                    <a:pt x="27" y="260"/>
                    <a:pt x="90" y="301"/>
                  </a:cubicBezTo>
                  <a:cubicBezTo>
                    <a:pt x="118" y="319"/>
                    <a:pt x="150" y="327"/>
                    <a:pt x="181" y="327"/>
                  </a:cubicBezTo>
                  <a:cubicBezTo>
                    <a:pt x="218" y="327"/>
                    <a:pt x="255" y="315"/>
                    <a:pt x="285" y="292"/>
                  </a:cubicBezTo>
                  <a:cubicBezTo>
                    <a:pt x="336" y="251"/>
                    <a:pt x="357" y="178"/>
                    <a:pt x="337" y="118"/>
                  </a:cubicBezTo>
                  <a:cubicBezTo>
                    <a:pt x="315" y="48"/>
                    <a:pt x="250" y="0"/>
                    <a:pt x="1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9"/>
            <p:cNvSpPr/>
            <p:nvPr/>
          </p:nvSpPr>
          <p:spPr>
            <a:xfrm>
              <a:off x="1396850" y="2905925"/>
              <a:ext cx="136150" cy="184200"/>
            </a:xfrm>
            <a:custGeom>
              <a:avLst/>
              <a:gdLst/>
              <a:ahLst/>
              <a:cxnLst/>
              <a:rect l="l" t="t" r="r" b="b"/>
              <a:pathLst>
                <a:path w="5446" h="7368" extrusionOk="0">
                  <a:moveTo>
                    <a:pt x="4804" y="325"/>
                  </a:moveTo>
                  <a:cubicBezTo>
                    <a:pt x="4978" y="325"/>
                    <a:pt x="5120" y="466"/>
                    <a:pt x="5120" y="640"/>
                  </a:cubicBezTo>
                  <a:lnTo>
                    <a:pt x="5120" y="6728"/>
                  </a:lnTo>
                  <a:cubicBezTo>
                    <a:pt x="5121" y="6902"/>
                    <a:pt x="4979" y="7043"/>
                    <a:pt x="4804" y="7043"/>
                  </a:cubicBezTo>
                  <a:lnTo>
                    <a:pt x="640" y="7043"/>
                  </a:lnTo>
                  <a:cubicBezTo>
                    <a:pt x="466" y="7043"/>
                    <a:pt x="325" y="6902"/>
                    <a:pt x="325" y="6728"/>
                  </a:cubicBezTo>
                  <a:lnTo>
                    <a:pt x="325" y="640"/>
                  </a:lnTo>
                  <a:cubicBezTo>
                    <a:pt x="325" y="466"/>
                    <a:pt x="466" y="325"/>
                    <a:pt x="640" y="325"/>
                  </a:cubicBezTo>
                  <a:close/>
                  <a:moveTo>
                    <a:pt x="645" y="1"/>
                  </a:moveTo>
                  <a:cubicBezTo>
                    <a:pt x="289" y="1"/>
                    <a:pt x="1" y="289"/>
                    <a:pt x="1" y="646"/>
                  </a:cubicBezTo>
                  <a:lnTo>
                    <a:pt x="1" y="6723"/>
                  </a:lnTo>
                  <a:cubicBezTo>
                    <a:pt x="1" y="7080"/>
                    <a:pt x="289" y="7368"/>
                    <a:pt x="645" y="7368"/>
                  </a:cubicBezTo>
                  <a:lnTo>
                    <a:pt x="4801" y="7368"/>
                  </a:lnTo>
                  <a:cubicBezTo>
                    <a:pt x="5157" y="7368"/>
                    <a:pt x="5446" y="7080"/>
                    <a:pt x="5446" y="6723"/>
                  </a:cubicBezTo>
                  <a:lnTo>
                    <a:pt x="5446" y="646"/>
                  </a:lnTo>
                  <a:cubicBezTo>
                    <a:pt x="5444" y="289"/>
                    <a:pt x="5155" y="1"/>
                    <a:pt x="48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9"/>
            <p:cNvSpPr/>
            <p:nvPr/>
          </p:nvSpPr>
          <p:spPr>
            <a:xfrm>
              <a:off x="1318550" y="2869225"/>
              <a:ext cx="248950" cy="276050"/>
            </a:xfrm>
            <a:custGeom>
              <a:avLst/>
              <a:gdLst/>
              <a:ahLst/>
              <a:cxnLst/>
              <a:rect l="l" t="t" r="r" b="b"/>
              <a:pathLst>
                <a:path w="9958" h="11042" extrusionOk="0">
                  <a:moveTo>
                    <a:pt x="9117" y="1477"/>
                  </a:moveTo>
                  <a:cubicBezTo>
                    <a:pt x="9398" y="1550"/>
                    <a:pt x="9607" y="1804"/>
                    <a:pt x="9607" y="2108"/>
                  </a:cubicBezTo>
                  <a:cubicBezTo>
                    <a:pt x="9607" y="2412"/>
                    <a:pt x="9398" y="2668"/>
                    <a:pt x="9117" y="2741"/>
                  </a:cubicBezTo>
                  <a:lnTo>
                    <a:pt x="9117" y="1477"/>
                  </a:lnTo>
                  <a:close/>
                  <a:moveTo>
                    <a:pt x="9116" y="4089"/>
                  </a:moveTo>
                  <a:cubicBezTo>
                    <a:pt x="9398" y="4163"/>
                    <a:pt x="9605" y="4418"/>
                    <a:pt x="9605" y="4722"/>
                  </a:cubicBezTo>
                  <a:cubicBezTo>
                    <a:pt x="9607" y="5025"/>
                    <a:pt x="9398" y="5281"/>
                    <a:pt x="9116" y="5353"/>
                  </a:cubicBezTo>
                  <a:lnTo>
                    <a:pt x="9116" y="4089"/>
                  </a:lnTo>
                  <a:close/>
                  <a:moveTo>
                    <a:pt x="9116" y="5723"/>
                  </a:moveTo>
                  <a:cubicBezTo>
                    <a:pt x="9398" y="5797"/>
                    <a:pt x="9605" y="6052"/>
                    <a:pt x="9605" y="6356"/>
                  </a:cubicBezTo>
                  <a:cubicBezTo>
                    <a:pt x="9607" y="6660"/>
                    <a:pt x="9398" y="6916"/>
                    <a:pt x="9116" y="6989"/>
                  </a:cubicBezTo>
                  <a:lnTo>
                    <a:pt x="9116" y="5723"/>
                  </a:lnTo>
                  <a:close/>
                  <a:moveTo>
                    <a:pt x="8313" y="324"/>
                  </a:moveTo>
                  <a:cubicBezTo>
                    <a:pt x="8578" y="324"/>
                    <a:pt x="8792" y="539"/>
                    <a:pt x="8792" y="803"/>
                  </a:cubicBezTo>
                  <a:lnTo>
                    <a:pt x="8792" y="9437"/>
                  </a:lnTo>
                  <a:cubicBezTo>
                    <a:pt x="8792" y="9701"/>
                    <a:pt x="8578" y="9916"/>
                    <a:pt x="8313" y="9916"/>
                  </a:cubicBezTo>
                  <a:lnTo>
                    <a:pt x="3397" y="9916"/>
                  </a:lnTo>
                  <a:cubicBezTo>
                    <a:pt x="3132" y="9916"/>
                    <a:pt x="2917" y="9701"/>
                    <a:pt x="2917" y="9437"/>
                  </a:cubicBezTo>
                  <a:lnTo>
                    <a:pt x="2917" y="803"/>
                  </a:lnTo>
                  <a:cubicBezTo>
                    <a:pt x="2917" y="539"/>
                    <a:pt x="3132" y="324"/>
                    <a:pt x="3397" y="324"/>
                  </a:cubicBezTo>
                  <a:close/>
                  <a:moveTo>
                    <a:pt x="3400" y="1"/>
                  </a:moveTo>
                  <a:cubicBezTo>
                    <a:pt x="2954" y="1"/>
                    <a:pt x="2593" y="362"/>
                    <a:pt x="2593" y="808"/>
                  </a:cubicBezTo>
                  <a:lnTo>
                    <a:pt x="2593" y="3479"/>
                  </a:lnTo>
                  <a:cubicBezTo>
                    <a:pt x="2493" y="3323"/>
                    <a:pt x="2354" y="3197"/>
                    <a:pt x="2183" y="3112"/>
                  </a:cubicBezTo>
                  <a:cubicBezTo>
                    <a:pt x="2035" y="3038"/>
                    <a:pt x="1874" y="3000"/>
                    <a:pt x="1712" y="3000"/>
                  </a:cubicBezTo>
                  <a:cubicBezTo>
                    <a:pt x="1601" y="3000"/>
                    <a:pt x="1490" y="3018"/>
                    <a:pt x="1381" y="3054"/>
                  </a:cubicBezTo>
                  <a:cubicBezTo>
                    <a:pt x="1115" y="3141"/>
                    <a:pt x="898" y="3327"/>
                    <a:pt x="772" y="3578"/>
                  </a:cubicBezTo>
                  <a:cubicBezTo>
                    <a:pt x="647" y="3827"/>
                    <a:pt x="626" y="4112"/>
                    <a:pt x="714" y="4377"/>
                  </a:cubicBezTo>
                  <a:cubicBezTo>
                    <a:pt x="871" y="4853"/>
                    <a:pt x="834" y="5362"/>
                    <a:pt x="609" y="5810"/>
                  </a:cubicBezTo>
                  <a:cubicBezTo>
                    <a:pt x="560" y="5895"/>
                    <a:pt x="1" y="6902"/>
                    <a:pt x="93" y="7990"/>
                  </a:cubicBezTo>
                  <a:cubicBezTo>
                    <a:pt x="101" y="8075"/>
                    <a:pt x="172" y="8140"/>
                    <a:pt x="258" y="8140"/>
                  </a:cubicBezTo>
                  <a:lnTo>
                    <a:pt x="271" y="8140"/>
                  </a:lnTo>
                  <a:cubicBezTo>
                    <a:pt x="363" y="8133"/>
                    <a:pt x="429" y="8052"/>
                    <a:pt x="421" y="7964"/>
                  </a:cubicBezTo>
                  <a:cubicBezTo>
                    <a:pt x="336" y="6956"/>
                    <a:pt x="890" y="5980"/>
                    <a:pt x="895" y="5971"/>
                  </a:cubicBezTo>
                  <a:lnTo>
                    <a:pt x="899" y="5963"/>
                  </a:lnTo>
                  <a:cubicBezTo>
                    <a:pt x="1165" y="5436"/>
                    <a:pt x="1209" y="4836"/>
                    <a:pt x="1025" y="4276"/>
                  </a:cubicBezTo>
                  <a:cubicBezTo>
                    <a:pt x="965" y="4093"/>
                    <a:pt x="979" y="3897"/>
                    <a:pt x="1066" y="3725"/>
                  </a:cubicBezTo>
                  <a:cubicBezTo>
                    <a:pt x="1152" y="3554"/>
                    <a:pt x="1302" y="3426"/>
                    <a:pt x="1484" y="3365"/>
                  </a:cubicBezTo>
                  <a:cubicBezTo>
                    <a:pt x="1559" y="3341"/>
                    <a:pt x="1635" y="3328"/>
                    <a:pt x="1712" y="3328"/>
                  </a:cubicBezTo>
                  <a:cubicBezTo>
                    <a:pt x="1823" y="3328"/>
                    <a:pt x="1933" y="3354"/>
                    <a:pt x="2035" y="3406"/>
                  </a:cubicBezTo>
                  <a:cubicBezTo>
                    <a:pt x="2207" y="3492"/>
                    <a:pt x="2335" y="3641"/>
                    <a:pt x="2396" y="3824"/>
                  </a:cubicBezTo>
                  <a:cubicBezTo>
                    <a:pt x="2702" y="4748"/>
                    <a:pt x="2629" y="5739"/>
                    <a:pt x="2188" y="6610"/>
                  </a:cubicBezTo>
                  <a:cubicBezTo>
                    <a:pt x="2142" y="6702"/>
                    <a:pt x="2189" y="6816"/>
                    <a:pt x="2294" y="6844"/>
                  </a:cubicBezTo>
                  <a:cubicBezTo>
                    <a:pt x="2307" y="6847"/>
                    <a:pt x="2321" y="6849"/>
                    <a:pt x="2334" y="6849"/>
                  </a:cubicBezTo>
                  <a:cubicBezTo>
                    <a:pt x="2396" y="6849"/>
                    <a:pt x="2455" y="6811"/>
                    <a:pt x="2485" y="6753"/>
                  </a:cubicBezTo>
                  <a:cubicBezTo>
                    <a:pt x="2523" y="6677"/>
                    <a:pt x="2559" y="6599"/>
                    <a:pt x="2592" y="6521"/>
                  </a:cubicBezTo>
                  <a:lnTo>
                    <a:pt x="2592" y="9433"/>
                  </a:lnTo>
                  <a:cubicBezTo>
                    <a:pt x="2592" y="9879"/>
                    <a:pt x="2953" y="10240"/>
                    <a:pt x="3399" y="10240"/>
                  </a:cubicBezTo>
                  <a:lnTo>
                    <a:pt x="5437" y="10240"/>
                  </a:lnTo>
                  <a:cubicBezTo>
                    <a:pt x="5437" y="10240"/>
                    <a:pt x="4384" y="10706"/>
                    <a:pt x="3745" y="10706"/>
                  </a:cubicBezTo>
                  <a:cubicBezTo>
                    <a:pt x="3717" y="10706"/>
                    <a:pt x="3690" y="10706"/>
                    <a:pt x="3664" y="10704"/>
                  </a:cubicBezTo>
                  <a:cubicBezTo>
                    <a:pt x="2339" y="10614"/>
                    <a:pt x="1107" y="9789"/>
                    <a:pt x="595" y="8650"/>
                  </a:cubicBezTo>
                  <a:cubicBezTo>
                    <a:pt x="568" y="8589"/>
                    <a:pt x="509" y="8553"/>
                    <a:pt x="446" y="8553"/>
                  </a:cubicBezTo>
                  <a:cubicBezTo>
                    <a:pt x="423" y="8553"/>
                    <a:pt x="400" y="8558"/>
                    <a:pt x="378" y="8568"/>
                  </a:cubicBezTo>
                  <a:cubicBezTo>
                    <a:pt x="295" y="8604"/>
                    <a:pt x="259" y="8701"/>
                    <a:pt x="295" y="8785"/>
                  </a:cubicBezTo>
                  <a:cubicBezTo>
                    <a:pt x="853" y="10031"/>
                    <a:pt x="2198" y="10933"/>
                    <a:pt x="3640" y="11033"/>
                  </a:cubicBezTo>
                  <a:cubicBezTo>
                    <a:pt x="3713" y="11038"/>
                    <a:pt x="3786" y="11041"/>
                    <a:pt x="3859" y="11041"/>
                  </a:cubicBezTo>
                  <a:cubicBezTo>
                    <a:pt x="4610" y="11041"/>
                    <a:pt x="5339" y="10776"/>
                    <a:pt x="5931" y="10282"/>
                  </a:cubicBezTo>
                  <a:lnTo>
                    <a:pt x="5982" y="10241"/>
                  </a:lnTo>
                  <a:lnTo>
                    <a:pt x="8318" y="10241"/>
                  </a:lnTo>
                  <a:cubicBezTo>
                    <a:pt x="8763" y="10240"/>
                    <a:pt x="9125" y="9879"/>
                    <a:pt x="9116" y="9433"/>
                  </a:cubicBezTo>
                  <a:lnTo>
                    <a:pt x="9116" y="7327"/>
                  </a:lnTo>
                  <a:cubicBezTo>
                    <a:pt x="9588" y="7248"/>
                    <a:pt x="9943" y="6845"/>
                    <a:pt x="9943" y="6358"/>
                  </a:cubicBezTo>
                  <a:cubicBezTo>
                    <a:pt x="9943" y="6018"/>
                    <a:pt x="9769" y="5717"/>
                    <a:pt x="9504" y="5541"/>
                  </a:cubicBezTo>
                  <a:cubicBezTo>
                    <a:pt x="9767" y="5363"/>
                    <a:pt x="9943" y="5062"/>
                    <a:pt x="9943" y="4721"/>
                  </a:cubicBezTo>
                  <a:cubicBezTo>
                    <a:pt x="9943" y="4236"/>
                    <a:pt x="9138" y="3753"/>
                    <a:pt x="9138" y="3753"/>
                  </a:cubicBezTo>
                  <a:lnTo>
                    <a:pt x="9138" y="3077"/>
                  </a:lnTo>
                  <a:cubicBezTo>
                    <a:pt x="9603" y="2998"/>
                    <a:pt x="9958" y="2595"/>
                    <a:pt x="9958" y="2108"/>
                  </a:cubicBezTo>
                  <a:cubicBezTo>
                    <a:pt x="9958" y="1623"/>
                    <a:pt x="9603" y="1219"/>
                    <a:pt x="9138" y="1141"/>
                  </a:cubicBezTo>
                  <a:lnTo>
                    <a:pt x="9138" y="808"/>
                  </a:lnTo>
                  <a:cubicBezTo>
                    <a:pt x="9138" y="362"/>
                    <a:pt x="8777" y="1"/>
                    <a:pt x="8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9"/>
            <p:cNvSpPr/>
            <p:nvPr/>
          </p:nvSpPr>
          <p:spPr>
            <a:xfrm>
              <a:off x="1428350" y="2928075"/>
              <a:ext cx="73450" cy="142650"/>
            </a:xfrm>
            <a:custGeom>
              <a:avLst/>
              <a:gdLst/>
              <a:ahLst/>
              <a:cxnLst/>
              <a:rect l="l" t="t" r="r" b="b"/>
              <a:pathLst>
                <a:path w="2938" h="5706" extrusionOk="0">
                  <a:moveTo>
                    <a:pt x="862" y="1"/>
                  </a:moveTo>
                  <a:cubicBezTo>
                    <a:pt x="789" y="1"/>
                    <a:pt x="724" y="51"/>
                    <a:pt x="705" y="123"/>
                  </a:cubicBezTo>
                  <a:lnTo>
                    <a:pt x="446" y="1126"/>
                  </a:lnTo>
                  <a:cubicBezTo>
                    <a:pt x="423" y="1213"/>
                    <a:pt x="475" y="1302"/>
                    <a:pt x="562" y="1324"/>
                  </a:cubicBezTo>
                  <a:cubicBezTo>
                    <a:pt x="576" y="1328"/>
                    <a:pt x="589" y="1329"/>
                    <a:pt x="602" y="1329"/>
                  </a:cubicBezTo>
                  <a:cubicBezTo>
                    <a:pt x="674" y="1329"/>
                    <a:pt x="741" y="1281"/>
                    <a:pt x="760" y="1208"/>
                  </a:cubicBezTo>
                  <a:lnTo>
                    <a:pt x="988" y="325"/>
                  </a:lnTo>
                  <a:lnTo>
                    <a:pt x="2433" y="325"/>
                  </a:lnTo>
                  <a:lnTo>
                    <a:pt x="1728" y="2199"/>
                  </a:lnTo>
                  <a:cubicBezTo>
                    <a:pt x="1702" y="2270"/>
                    <a:pt x="1726" y="2351"/>
                    <a:pt x="1794" y="2395"/>
                  </a:cubicBezTo>
                  <a:cubicBezTo>
                    <a:pt x="1821" y="2413"/>
                    <a:pt x="1852" y="2421"/>
                    <a:pt x="1885" y="2421"/>
                  </a:cubicBezTo>
                  <a:lnTo>
                    <a:pt x="2446" y="2421"/>
                  </a:lnTo>
                  <a:lnTo>
                    <a:pt x="1014" y="4735"/>
                  </a:lnTo>
                  <a:lnTo>
                    <a:pt x="1014" y="4735"/>
                  </a:lnTo>
                  <a:lnTo>
                    <a:pt x="1267" y="2840"/>
                  </a:lnTo>
                  <a:cubicBezTo>
                    <a:pt x="1276" y="2772"/>
                    <a:pt x="1240" y="2703"/>
                    <a:pt x="1172" y="2672"/>
                  </a:cubicBezTo>
                  <a:cubicBezTo>
                    <a:pt x="1150" y="2662"/>
                    <a:pt x="1126" y="2660"/>
                    <a:pt x="1103" y="2660"/>
                  </a:cubicBezTo>
                  <a:lnTo>
                    <a:pt x="385" y="2660"/>
                  </a:lnTo>
                  <a:lnTo>
                    <a:pt x="575" y="1927"/>
                  </a:lnTo>
                  <a:cubicBezTo>
                    <a:pt x="598" y="1840"/>
                    <a:pt x="545" y="1751"/>
                    <a:pt x="458" y="1729"/>
                  </a:cubicBezTo>
                  <a:cubicBezTo>
                    <a:pt x="445" y="1725"/>
                    <a:pt x="432" y="1724"/>
                    <a:pt x="419" y="1724"/>
                  </a:cubicBezTo>
                  <a:cubicBezTo>
                    <a:pt x="347" y="1724"/>
                    <a:pt x="281" y="1773"/>
                    <a:pt x="260" y="1845"/>
                  </a:cubicBezTo>
                  <a:lnTo>
                    <a:pt x="18" y="2781"/>
                  </a:lnTo>
                  <a:cubicBezTo>
                    <a:pt x="0" y="2855"/>
                    <a:pt x="33" y="2934"/>
                    <a:pt x="108" y="2970"/>
                  </a:cubicBezTo>
                  <a:cubicBezTo>
                    <a:pt x="131" y="2980"/>
                    <a:pt x="155" y="2985"/>
                    <a:pt x="178" y="2985"/>
                  </a:cubicBezTo>
                  <a:lnTo>
                    <a:pt x="898" y="2985"/>
                  </a:lnTo>
                  <a:lnTo>
                    <a:pt x="558" y="5518"/>
                  </a:lnTo>
                  <a:cubicBezTo>
                    <a:pt x="548" y="5595"/>
                    <a:pt x="594" y="5670"/>
                    <a:pt x="667" y="5696"/>
                  </a:cubicBezTo>
                  <a:cubicBezTo>
                    <a:pt x="685" y="5702"/>
                    <a:pt x="704" y="5705"/>
                    <a:pt x="723" y="5705"/>
                  </a:cubicBezTo>
                  <a:cubicBezTo>
                    <a:pt x="779" y="5705"/>
                    <a:pt x="833" y="5676"/>
                    <a:pt x="863" y="5627"/>
                  </a:cubicBezTo>
                  <a:lnTo>
                    <a:pt x="2905" y="2329"/>
                  </a:lnTo>
                  <a:cubicBezTo>
                    <a:pt x="2936" y="2278"/>
                    <a:pt x="2937" y="2214"/>
                    <a:pt x="2908" y="2162"/>
                  </a:cubicBezTo>
                  <a:cubicBezTo>
                    <a:pt x="2883" y="2107"/>
                    <a:pt x="2826" y="2075"/>
                    <a:pt x="2765" y="2075"/>
                  </a:cubicBezTo>
                  <a:lnTo>
                    <a:pt x="2123" y="2075"/>
                  </a:lnTo>
                  <a:lnTo>
                    <a:pt x="2820" y="221"/>
                  </a:lnTo>
                  <a:cubicBezTo>
                    <a:pt x="2846" y="151"/>
                    <a:pt x="2822" y="71"/>
                    <a:pt x="2754" y="26"/>
                  </a:cubicBezTo>
                  <a:cubicBezTo>
                    <a:pt x="2728" y="9"/>
                    <a:pt x="2695" y="1"/>
                    <a:pt x="2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2" name="Google Shape;842;p39">
            <a:hlinkClick r:id="" action="ppaction://hlinkshowjump?jump=firstslide"/>
          </p:cNvPr>
          <p:cNvSpPr/>
          <p:nvPr/>
        </p:nvSpPr>
        <p:spPr>
          <a:xfrm>
            <a:off x="8428901" y="26867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39">
            <a:hlinkClick r:id="" action="ppaction://hlinkshowjump?jump=firstslide"/>
          </p:cNvPr>
          <p:cNvSpPr/>
          <p:nvPr/>
        </p:nvSpPr>
        <p:spPr>
          <a:xfrm>
            <a:off x="8480603" y="322243"/>
            <a:ext cx="180994" cy="177264"/>
          </a:xfrm>
          <a:custGeom>
            <a:avLst/>
            <a:gdLst/>
            <a:ahLst/>
            <a:cxnLst/>
            <a:rect l="l" t="t" r="r" b="b"/>
            <a:pathLst>
              <a:path w="12323" h="12067" extrusionOk="0">
                <a:moveTo>
                  <a:pt x="6165" y="705"/>
                </a:moveTo>
                <a:cubicBezTo>
                  <a:pt x="6180" y="705"/>
                  <a:pt x="6194" y="706"/>
                  <a:pt x="6209" y="708"/>
                </a:cubicBezTo>
                <a:cubicBezTo>
                  <a:pt x="6303" y="718"/>
                  <a:pt x="6388" y="763"/>
                  <a:pt x="6453" y="829"/>
                </a:cubicBezTo>
                <a:lnTo>
                  <a:pt x="11384" y="5744"/>
                </a:lnTo>
                <a:lnTo>
                  <a:pt x="11387" y="5746"/>
                </a:lnTo>
                <a:cubicBezTo>
                  <a:pt x="11543" y="5902"/>
                  <a:pt x="11543" y="6158"/>
                  <a:pt x="11387" y="6315"/>
                </a:cubicBezTo>
                <a:cubicBezTo>
                  <a:pt x="11310" y="6392"/>
                  <a:pt x="11209" y="6434"/>
                  <a:pt x="11101" y="6434"/>
                </a:cubicBezTo>
                <a:lnTo>
                  <a:pt x="10563" y="6434"/>
                </a:lnTo>
                <a:cubicBezTo>
                  <a:pt x="10367" y="6434"/>
                  <a:pt x="10209" y="6592"/>
                  <a:pt x="10209" y="6789"/>
                </a:cubicBezTo>
                <a:lnTo>
                  <a:pt x="10209" y="10762"/>
                </a:lnTo>
                <a:cubicBezTo>
                  <a:pt x="10209" y="11090"/>
                  <a:pt x="9943" y="11357"/>
                  <a:pt x="9614" y="11357"/>
                </a:cubicBezTo>
                <a:lnTo>
                  <a:pt x="8032" y="11357"/>
                </a:lnTo>
                <a:lnTo>
                  <a:pt x="8032" y="8872"/>
                </a:lnTo>
                <a:cubicBezTo>
                  <a:pt x="8032" y="8154"/>
                  <a:pt x="7448" y="7570"/>
                  <a:pt x="6729" y="7570"/>
                </a:cubicBezTo>
                <a:lnTo>
                  <a:pt x="5596" y="7570"/>
                </a:lnTo>
                <a:cubicBezTo>
                  <a:pt x="4876" y="7570"/>
                  <a:pt x="4293" y="8154"/>
                  <a:pt x="4293" y="8872"/>
                </a:cubicBezTo>
                <a:lnTo>
                  <a:pt x="4293" y="11357"/>
                </a:lnTo>
                <a:lnTo>
                  <a:pt x="2710" y="11357"/>
                </a:lnTo>
                <a:cubicBezTo>
                  <a:pt x="2382" y="11357"/>
                  <a:pt x="2117" y="11090"/>
                  <a:pt x="2117" y="10762"/>
                </a:cubicBezTo>
                <a:lnTo>
                  <a:pt x="2117" y="6789"/>
                </a:lnTo>
                <a:cubicBezTo>
                  <a:pt x="2117" y="6592"/>
                  <a:pt x="1959" y="6434"/>
                  <a:pt x="1762" y="6434"/>
                </a:cubicBezTo>
                <a:lnTo>
                  <a:pt x="1234" y="6434"/>
                </a:lnTo>
                <a:cubicBezTo>
                  <a:pt x="1228" y="6434"/>
                  <a:pt x="1223" y="6434"/>
                  <a:pt x="1217" y="6432"/>
                </a:cubicBezTo>
                <a:cubicBezTo>
                  <a:pt x="1111" y="6431"/>
                  <a:pt x="1012" y="6389"/>
                  <a:pt x="937" y="6315"/>
                </a:cubicBezTo>
                <a:cubicBezTo>
                  <a:pt x="779" y="6157"/>
                  <a:pt x="779" y="5902"/>
                  <a:pt x="937" y="5745"/>
                </a:cubicBezTo>
                <a:lnTo>
                  <a:pt x="5876" y="824"/>
                </a:lnTo>
                <a:cubicBezTo>
                  <a:pt x="5952" y="747"/>
                  <a:pt x="6055" y="705"/>
                  <a:pt x="6165" y="705"/>
                </a:cubicBezTo>
                <a:close/>
                <a:moveTo>
                  <a:pt x="6161" y="0"/>
                </a:moveTo>
                <a:cubicBezTo>
                  <a:pt x="5864" y="0"/>
                  <a:pt x="5585" y="116"/>
                  <a:pt x="5374" y="326"/>
                </a:cubicBezTo>
                <a:lnTo>
                  <a:pt x="438" y="5245"/>
                </a:lnTo>
                <a:lnTo>
                  <a:pt x="432" y="5251"/>
                </a:lnTo>
                <a:cubicBezTo>
                  <a:pt x="0" y="5684"/>
                  <a:pt x="0" y="6386"/>
                  <a:pt x="436" y="6820"/>
                </a:cubicBezTo>
                <a:cubicBezTo>
                  <a:pt x="633" y="7017"/>
                  <a:pt x="895" y="7132"/>
                  <a:pt x="1174" y="7144"/>
                </a:cubicBezTo>
                <a:cubicBezTo>
                  <a:pt x="1186" y="7146"/>
                  <a:pt x="1197" y="7146"/>
                  <a:pt x="1208" y="7146"/>
                </a:cubicBezTo>
                <a:lnTo>
                  <a:pt x="1405" y="7146"/>
                </a:lnTo>
                <a:lnTo>
                  <a:pt x="1405" y="11870"/>
                </a:lnTo>
                <a:cubicBezTo>
                  <a:pt x="1405" y="11979"/>
                  <a:pt x="1493" y="12066"/>
                  <a:pt x="1601" y="12066"/>
                </a:cubicBezTo>
                <a:lnTo>
                  <a:pt x="4648" y="12066"/>
                </a:lnTo>
                <a:cubicBezTo>
                  <a:pt x="4843" y="12066"/>
                  <a:pt x="5002" y="11908"/>
                  <a:pt x="5002" y="11712"/>
                </a:cubicBezTo>
                <a:lnTo>
                  <a:pt x="5002" y="8875"/>
                </a:lnTo>
                <a:cubicBezTo>
                  <a:pt x="5002" y="8546"/>
                  <a:pt x="5268" y="8280"/>
                  <a:pt x="5596" y="8280"/>
                </a:cubicBezTo>
                <a:lnTo>
                  <a:pt x="6726" y="8280"/>
                </a:lnTo>
                <a:cubicBezTo>
                  <a:pt x="7055" y="8280"/>
                  <a:pt x="7321" y="8546"/>
                  <a:pt x="7321" y="8875"/>
                </a:cubicBezTo>
                <a:lnTo>
                  <a:pt x="7321" y="11712"/>
                </a:lnTo>
                <a:cubicBezTo>
                  <a:pt x="7321" y="11908"/>
                  <a:pt x="7479" y="12066"/>
                  <a:pt x="7675" y="12066"/>
                </a:cubicBezTo>
                <a:lnTo>
                  <a:pt x="10721" y="12066"/>
                </a:lnTo>
                <a:cubicBezTo>
                  <a:pt x="10830" y="12066"/>
                  <a:pt x="10918" y="11978"/>
                  <a:pt x="10918" y="11870"/>
                </a:cubicBezTo>
                <a:lnTo>
                  <a:pt x="10918" y="7146"/>
                </a:lnTo>
                <a:lnTo>
                  <a:pt x="11101" y="7146"/>
                </a:lnTo>
                <a:cubicBezTo>
                  <a:pt x="11399" y="7146"/>
                  <a:pt x="11678" y="7030"/>
                  <a:pt x="11889" y="6820"/>
                </a:cubicBezTo>
                <a:cubicBezTo>
                  <a:pt x="12322" y="6385"/>
                  <a:pt x="12322" y="5681"/>
                  <a:pt x="11889" y="5249"/>
                </a:cubicBezTo>
                <a:lnTo>
                  <a:pt x="6950" y="326"/>
                </a:lnTo>
                <a:cubicBezTo>
                  <a:pt x="6739" y="116"/>
                  <a:pt x="6459" y="0"/>
                  <a:pt x="61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4" name="Google Shape;844;p39"/>
          <p:cNvGrpSpPr/>
          <p:nvPr/>
        </p:nvGrpSpPr>
        <p:grpSpPr>
          <a:xfrm>
            <a:off x="569524" y="1048506"/>
            <a:ext cx="696605" cy="557919"/>
            <a:chOff x="1976200" y="925650"/>
            <a:chExt cx="197400" cy="158100"/>
          </a:xfrm>
        </p:grpSpPr>
        <p:sp>
          <p:nvSpPr>
            <p:cNvPr id="845" name="Google Shape;845;p39"/>
            <p:cNvSpPr/>
            <p:nvPr/>
          </p:nvSpPr>
          <p:spPr>
            <a:xfrm>
              <a:off x="1976200" y="963625"/>
              <a:ext cx="137000" cy="120125"/>
            </a:xfrm>
            <a:custGeom>
              <a:avLst/>
              <a:gdLst/>
              <a:ahLst/>
              <a:cxnLst/>
              <a:rect l="l" t="t" r="r" b="b"/>
              <a:pathLst>
                <a:path w="5480" h="4805" extrusionOk="0">
                  <a:moveTo>
                    <a:pt x="3078" y="1"/>
                  </a:moveTo>
                  <a:cubicBezTo>
                    <a:pt x="1751" y="1"/>
                    <a:pt x="676" y="1076"/>
                    <a:pt x="676" y="2402"/>
                  </a:cubicBezTo>
                  <a:cubicBezTo>
                    <a:pt x="676" y="2831"/>
                    <a:pt x="789" y="3231"/>
                    <a:pt x="986" y="3580"/>
                  </a:cubicBezTo>
                  <a:lnTo>
                    <a:pt x="0" y="4690"/>
                  </a:lnTo>
                  <a:lnTo>
                    <a:pt x="1452" y="4170"/>
                  </a:lnTo>
                  <a:cubicBezTo>
                    <a:pt x="1879" y="4564"/>
                    <a:pt x="2449" y="4804"/>
                    <a:pt x="3076" y="4804"/>
                  </a:cubicBezTo>
                  <a:cubicBezTo>
                    <a:pt x="4403" y="4804"/>
                    <a:pt x="5478" y="3729"/>
                    <a:pt x="5478" y="2402"/>
                  </a:cubicBezTo>
                  <a:cubicBezTo>
                    <a:pt x="5479" y="1076"/>
                    <a:pt x="4405" y="1"/>
                    <a:pt x="30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9"/>
            <p:cNvSpPr/>
            <p:nvPr/>
          </p:nvSpPr>
          <p:spPr>
            <a:xfrm>
              <a:off x="2036600" y="925650"/>
              <a:ext cx="137000" cy="120100"/>
            </a:xfrm>
            <a:custGeom>
              <a:avLst/>
              <a:gdLst/>
              <a:ahLst/>
              <a:cxnLst/>
              <a:rect l="l" t="t" r="r" b="b"/>
              <a:pathLst>
                <a:path w="5480" h="4804" extrusionOk="0">
                  <a:moveTo>
                    <a:pt x="2402" y="0"/>
                  </a:moveTo>
                  <a:cubicBezTo>
                    <a:pt x="1075" y="0"/>
                    <a:pt x="1" y="1075"/>
                    <a:pt x="1" y="2402"/>
                  </a:cubicBezTo>
                  <a:cubicBezTo>
                    <a:pt x="1" y="3727"/>
                    <a:pt x="1075" y="4803"/>
                    <a:pt x="2402" y="4803"/>
                  </a:cubicBezTo>
                  <a:cubicBezTo>
                    <a:pt x="3031" y="4803"/>
                    <a:pt x="3602" y="4563"/>
                    <a:pt x="4029" y="4169"/>
                  </a:cubicBezTo>
                  <a:lnTo>
                    <a:pt x="5480" y="4689"/>
                  </a:lnTo>
                  <a:lnTo>
                    <a:pt x="4496" y="3579"/>
                  </a:lnTo>
                  <a:cubicBezTo>
                    <a:pt x="4693" y="3231"/>
                    <a:pt x="4804" y="2830"/>
                    <a:pt x="4804" y="2402"/>
                  </a:cubicBezTo>
                  <a:cubicBezTo>
                    <a:pt x="4804" y="1075"/>
                    <a:pt x="3729" y="0"/>
                    <a:pt x="2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9"/>
            <p:cNvSpPr/>
            <p:nvPr/>
          </p:nvSpPr>
          <p:spPr>
            <a:xfrm>
              <a:off x="2069700" y="980425"/>
              <a:ext cx="10525" cy="10475"/>
            </a:xfrm>
            <a:custGeom>
              <a:avLst/>
              <a:gdLst/>
              <a:ahLst/>
              <a:cxnLst/>
              <a:rect l="l" t="t" r="r" b="b"/>
              <a:pathLst>
                <a:path w="421" h="419" extrusionOk="0">
                  <a:moveTo>
                    <a:pt x="211" y="0"/>
                  </a:moveTo>
                  <a:cubicBezTo>
                    <a:pt x="94" y="0"/>
                    <a:pt x="1" y="95"/>
                    <a:pt x="1" y="209"/>
                  </a:cubicBezTo>
                  <a:cubicBezTo>
                    <a:pt x="1" y="325"/>
                    <a:pt x="95" y="418"/>
                    <a:pt x="211" y="418"/>
                  </a:cubicBezTo>
                  <a:cubicBezTo>
                    <a:pt x="325" y="418"/>
                    <a:pt x="420" y="325"/>
                    <a:pt x="420" y="209"/>
                  </a:cubicBezTo>
                  <a:cubicBezTo>
                    <a:pt x="420" y="95"/>
                    <a:pt x="325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9"/>
            <p:cNvSpPr/>
            <p:nvPr/>
          </p:nvSpPr>
          <p:spPr>
            <a:xfrm>
              <a:off x="2091450" y="98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10" y="0"/>
                  </a:moveTo>
                  <a:cubicBezTo>
                    <a:pt x="93" y="0"/>
                    <a:pt x="1" y="95"/>
                    <a:pt x="1" y="209"/>
                  </a:cubicBezTo>
                  <a:cubicBezTo>
                    <a:pt x="1" y="325"/>
                    <a:pt x="96" y="418"/>
                    <a:pt x="210" y="418"/>
                  </a:cubicBezTo>
                  <a:cubicBezTo>
                    <a:pt x="325" y="418"/>
                    <a:pt x="419" y="325"/>
                    <a:pt x="419" y="209"/>
                  </a:cubicBezTo>
                  <a:cubicBezTo>
                    <a:pt x="419" y="95"/>
                    <a:pt x="325" y="0"/>
                    <a:pt x="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9"/>
            <p:cNvSpPr/>
            <p:nvPr/>
          </p:nvSpPr>
          <p:spPr>
            <a:xfrm>
              <a:off x="2113125" y="980425"/>
              <a:ext cx="10500" cy="10475"/>
            </a:xfrm>
            <a:custGeom>
              <a:avLst/>
              <a:gdLst/>
              <a:ahLst/>
              <a:cxnLst/>
              <a:rect l="l" t="t" r="r" b="b"/>
              <a:pathLst>
                <a:path w="420" h="419" extrusionOk="0">
                  <a:moveTo>
                    <a:pt x="210" y="0"/>
                  </a:moveTo>
                  <a:cubicBezTo>
                    <a:pt x="94" y="0"/>
                    <a:pt x="1" y="95"/>
                    <a:pt x="1" y="209"/>
                  </a:cubicBezTo>
                  <a:cubicBezTo>
                    <a:pt x="1" y="325"/>
                    <a:pt x="96" y="418"/>
                    <a:pt x="210" y="418"/>
                  </a:cubicBezTo>
                  <a:cubicBezTo>
                    <a:pt x="326" y="418"/>
                    <a:pt x="419" y="325"/>
                    <a:pt x="419" y="209"/>
                  </a:cubicBezTo>
                  <a:cubicBezTo>
                    <a:pt x="419" y="95"/>
                    <a:pt x="327" y="0"/>
                    <a:pt x="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39"/>
          <p:cNvGrpSpPr/>
          <p:nvPr/>
        </p:nvGrpSpPr>
        <p:grpSpPr>
          <a:xfrm>
            <a:off x="7468148" y="3646059"/>
            <a:ext cx="1245161" cy="1099189"/>
            <a:chOff x="7578298" y="3743309"/>
            <a:chExt cx="1245161" cy="1099189"/>
          </a:xfrm>
        </p:grpSpPr>
        <p:grpSp>
          <p:nvGrpSpPr>
            <p:cNvPr id="851" name="Google Shape;851;p39"/>
            <p:cNvGrpSpPr/>
            <p:nvPr/>
          </p:nvGrpSpPr>
          <p:grpSpPr>
            <a:xfrm rot="-345667">
              <a:off x="7905607" y="3960915"/>
              <a:ext cx="479073" cy="859709"/>
              <a:chOff x="1288925" y="1226700"/>
              <a:chExt cx="116950" cy="209875"/>
            </a:xfrm>
          </p:grpSpPr>
          <p:sp>
            <p:nvSpPr>
              <p:cNvPr id="852" name="Google Shape;852;p39"/>
              <p:cNvSpPr/>
              <p:nvPr/>
            </p:nvSpPr>
            <p:spPr>
              <a:xfrm>
                <a:off x="1288925" y="1226700"/>
                <a:ext cx="116950" cy="209875"/>
              </a:xfrm>
              <a:custGeom>
                <a:avLst/>
                <a:gdLst/>
                <a:ahLst/>
                <a:cxnLst/>
                <a:rect l="l" t="t" r="r" b="b"/>
                <a:pathLst>
                  <a:path w="4678" h="8395" extrusionOk="0">
                    <a:moveTo>
                      <a:pt x="281" y="0"/>
                    </a:moveTo>
                    <a:cubicBezTo>
                      <a:pt x="126" y="0"/>
                      <a:pt x="0" y="125"/>
                      <a:pt x="0" y="281"/>
                    </a:cubicBezTo>
                    <a:lnTo>
                      <a:pt x="0" y="8115"/>
                    </a:lnTo>
                    <a:cubicBezTo>
                      <a:pt x="0" y="8268"/>
                      <a:pt x="125" y="8394"/>
                      <a:pt x="281" y="8394"/>
                    </a:cubicBezTo>
                    <a:lnTo>
                      <a:pt x="4397" y="8394"/>
                    </a:lnTo>
                    <a:cubicBezTo>
                      <a:pt x="4552" y="8394"/>
                      <a:pt x="4678" y="8271"/>
                      <a:pt x="4678" y="8115"/>
                    </a:cubicBezTo>
                    <a:lnTo>
                      <a:pt x="4678" y="281"/>
                    </a:lnTo>
                    <a:cubicBezTo>
                      <a:pt x="4678" y="126"/>
                      <a:pt x="4553" y="0"/>
                      <a:pt x="43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9"/>
              <p:cNvSpPr/>
              <p:nvPr/>
            </p:nvSpPr>
            <p:spPr>
              <a:xfrm>
                <a:off x="1293625" y="1244750"/>
                <a:ext cx="107500" cy="173800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6952" extrusionOk="0">
                    <a:moveTo>
                      <a:pt x="1" y="0"/>
                    </a:moveTo>
                    <a:lnTo>
                      <a:pt x="1" y="6952"/>
                    </a:lnTo>
                    <a:lnTo>
                      <a:pt x="4300" y="6952"/>
                    </a:lnTo>
                    <a:lnTo>
                      <a:pt x="43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9"/>
              <p:cNvSpPr/>
              <p:nvPr/>
            </p:nvSpPr>
            <p:spPr>
              <a:xfrm>
                <a:off x="1293675" y="1244750"/>
                <a:ext cx="107500" cy="173800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6952" extrusionOk="0">
                    <a:moveTo>
                      <a:pt x="4299" y="0"/>
                    </a:moveTo>
                    <a:lnTo>
                      <a:pt x="0" y="6952"/>
                    </a:lnTo>
                    <a:lnTo>
                      <a:pt x="4299" y="6952"/>
                    </a:lnTo>
                    <a:lnTo>
                      <a:pt x="42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9"/>
              <p:cNvSpPr/>
              <p:nvPr/>
            </p:nvSpPr>
            <p:spPr>
              <a:xfrm>
                <a:off x="1293625" y="1244750"/>
                <a:ext cx="1075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398" extrusionOk="0">
                    <a:moveTo>
                      <a:pt x="1" y="0"/>
                    </a:moveTo>
                    <a:lnTo>
                      <a:pt x="1" y="398"/>
                    </a:lnTo>
                    <a:lnTo>
                      <a:pt x="4300" y="398"/>
                    </a:lnTo>
                    <a:lnTo>
                      <a:pt x="43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9"/>
              <p:cNvSpPr/>
              <p:nvPr/>
            </p:nvSpPr>
            <p:spPr>
              <a:xfrm>
                <a:off x="1309050" y="1424825"/>
                <a:ext cx="24225" cy="4475"/>
              </a:xfrm>
              <a:custGeom>
                <a:avLst/>
                <a:gdLst/>
                <a:ahLst/>
                <a:cxnLst/>
                <a:rect l="l" t="t" r="r" b="b"/>
                <a:pathLst>
                  <a:path w="969" h="179" extrusionOk="0">
                    <a:moveTo>
                      <a:pt x="89" y="1"/>
                    </a:moveTo>
                    <a:cubicBezTo>
                      <a:pt x="39" y="1"/>
                      <a:pt x="0" y="42"/>
                      <a:pt x="0" y="90"/>
                    </a:cubicBezTo>
                    <a:cubicBezTo>
                      <a:pt x="0" y="140"/>
                      <a:pt x="40" y="179"/>
                      <a:pt x="89" y="179"/>
                    </a:cubicBezTo>
                    <a:lnTo>
                      <a:pt x="879" y="179"/>
                    </a:lnTo>
                    <a:cubicBezTo>
                      <a:pt x="930" y="179"/>
                      <a:pt x="968" y="139"/>
                      <a:pt x="968" y="90"/>
                    </a:cubicBezTo>
                    <a:cubicBezTo>
                      <a:pt x="968" y="42"/>
                      <a:pt x="928" y="2"/>
                      <a:pt x="8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9"/>
              <p:cNvSpPr/>
              <p:nvPr/>
            </p:nvSpPr>
            <p:spPr>
              <a:xfrm>
                <a:off x="1361500" y="1424825"/>
                <a:ext cx="24225" cy="4475"/>
              </a:xfrm>
              <a:custGeom>
                <a:avLst/>
                <a:gdLst/>
                <a:ahLst/>
                <a:cxnLst/>
                <a:rect l="l" t="t" r="r" b="b"/>
                <a:pathLst>
                  <a:path w="969" h="179" extrusionOk="0">
                    <a:moveTo>
                      <a:pt x="89" y="1"/>
                    </a:moveTo>
                    <a:cubicBezTo>
                      <a:pt x="39" y="1"/>
                      <a:pt x="0" y="42"/>
                      <a:pt x="0" y="90"/>
                    </a:cubicBezTo>
                    <a:cubicBezTo>
                      <a:pt x="0" y="140"/>
                      <a:pt x="40" y="179"/>
                      <a:pt x="89" y="179"/>
                    </a:cubicBezTo>
                    <a:lnTo>
                      <a:pt x="879" y="179"/>
                    </a:lnTo>
                    <a:cubicBezTo>
                      <a:pt x="930" y="179"/>
                      <a:pt x="968" y="139"/>
                      <a:pt x="968" y="90"/>
                    </a:cubicBezTo>
                    <a:cubicBezTo>
                      <a:pt x="968" y="42"/>
                      <a:pt x="930" y="2"/>
                      <a:pt x="8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39"/>
              <p:cNvSpPr/>
              <p:nvPr/>
            </p:nvSpPr>
            <p:spPr>
              <a:xfrm>
                <a:off x="1333550" y="1232150"/>
                <a:ext cx="27775" cy="390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56" extrusionOk="0">
                    <a:moveTo>
                      <a:pt x="77" y="0"/>
                    </a:moveTo>
                    <a:cubicBezTo>
                      <a:pt x="36" y="0"/>
                      <a:pt x="0" y="36"/>
                      <a:pt x="0" y="79"/>
                    </a:cubicBezTo>
                    <a:cubicBezTo>
                      <a:pt x="0" y="120"/>
                      <a:pt x="36" y="156"/>
                      <a:pt x="77" y="156"/>
                    </a:cubicBezTo>
                    <a:lnTo>
                      <a:pt x="1032" y="156"/>
                    </a:lnTo>
                    <a:cubicBezTo>
                      <a:pt x="1075" y="156"/>
                      <a:pt x="1111" y="122"/>
                      <a:pt x="1111" y="79"/>
                    </a:cubicBezTo>
                    <a:cubicBezTo>
                      <a:pt x="1111" y="36"/>
                      <a:pt x="1075" y="0"/>
                      <a:pt x="10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9" name="Google Shape;859;p39"/>
            <p:cNvGrpSpPr/>
            <p:nvPr/>
          </p:nvGrpSpPr>
          <p:grpSpPr>
            <a:xfrm>
              <a:off x="8182702" y="3743309"/>
              <a:ext cx="640757" cy="429249"/>
              <a:chOff x="2568593" y="4127352"/>
              <a:chExt cx="831936" cy="557322"/>
            </a:xfrm>
          </p:grpSpPr>
          <p:sp>
            <p:nvSpPr>
              <p:cNvPr id="860" name="Google Shape;860;p39"/>
              <p:cNvSpPr/>
              <p:nvPr/>
            </p:nvSpPr>
            <p:spPr>
              <a:xfrm>
                <a:off x="2568593" y="4127352"/>
                <a:ext cx="831936" cy="557322"/>
              </a:xfrm>
              <a:custGeom>
                <a:avLst/>
                <a:gdLst/>
                <a:ahLst/>
                <a:cxnLst/>
                <a:rect l="l" t="t" r="r" b="b"/>
                <a:pathLst>
                  <a:path w="10033" h="6721" extrusionOk="0">
                    <a:moveTo>
                      <a:pt x="921" y="1"/>
                    </a:moveTo>
                    <a:cubicBezTo>
                      <a:pt x="413" y="1"/>
                      <a:pt x="1" y="411"/>
                      <a:pt x="1" y="921"/>
                    </a:cubicBezTo>
                    <a:lnTo>
                      <a:pt x="1" y="3679"/>
                    </a:lnTo>
                    <a:cubicBezTo>
                      <a:pt x="1" y="4186"/>
                      <a:pt x="411" y="4599"/>
                      <a:pt x="921" y="4599"/>
                    </a:cubicBezTo>
                    <a:lnTo>
                      <a:pt x="1720" y="4599"/>
                    </a:lnTo>
                    <a:lnTo>
                      <a:pt x="383" y="6721"/>
                    </a:lnTo>
                    <a:lnTo>
                      <a:pt x="3404" y="4599"/>
                    </a:lnTo>
                    <a:lnTo>
                      <a:pt x="9112" y="4599"/>
                    </a:lnTo>
                    <a:cubicBezTo>
                      <a:pt x="9619" y="4599"/>
                      <a:pt x="10033" y="4189"/>
                      <a:pt x="10033" y="3679"/>
                    </a:cubicBezTo>
                    <a:lnTo>
                      <a:pt x="10033" y="921"/>
                    </a:lnTo>
                    <a:cubicBezTo>
                      <a:pt x="10030" y="413"/>
                      <a:pt x="9617" y="1"/>
                      <a:pt x="91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9"/>
              <p:cNvSpPr/>
              <p:nvPr/>
            </p:nvSpPr>
            <p:spPr>
              <a:xfrm>
                <a:off x="3000440" y="4247424"/>
                <a:ext cx="148178" cy="141134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02" extrusionOk="0">
                    <a:moveTo>
                      <a:pt x="484" y="1"/>
                    </a:moveTo>
                    <a:cubicBezTo>
                      <a:pt x="459" y="1"/>
                      <a:pt x="432" y="2"/>
                      <a:pt x="402" y="4"/>
                    </a:cubicBezTo>
                    <a:cubicBezTo>
                      <a:pt x="227" y="22"/>
                      <a:pt x="24" y="180"/>
                      <a:pt x="1" y="489"/>
                    </a:cubicBezTo>
                    <a:lnTo>
                      <a:pt x="1" y="590"/>
                    </a:lnTo>
                    <a:cubicBezTo>
                      <a:pt x="23" y="885"/>
                      <a:pt x="245" y="1246"/>
                      <a:pt x="895" y="1701"/>
                    </a:cubicBezTo>
                    <a:cubicBezTo>
                      <a:pt x="1542" y="1246"/>
                      <a:pt x="1765" y="885"/>
                      <a:pt x="1787" y="590"/>
                    </a:cubicBezTo>
                    <a:lnTo>
                      <a:pt x="1787" y="489"/>
                    </a:lnTo>
                    <a:cubicBezTo>
                      <a:pt x="1763" y="182"/>
                      <a:pt x="1562" y="22"/>
                      <a:pt x="1385" y="4"/>
                    </a:cubicBezTo>
                    <a:cubicBezTo>
                      <a:pt x="1356" y="2"/>
                      <a:pt x="1330" y="1"/>
                      <a:pt x="1304" y="1"/>
                    </a:cubicBezTo>
                    <a:cubicBezTo>
                      <a:pt x="1102" y="1"/>
                      <a:pt x="1004" y="88"/>
                      <a:pt x="895" y="222"/>
                    </a:cubicBezTo>
                    <a:cubicBezTo>
                      <a:pt x="783" y="88"/>
                      <a:pt x="687" y="1"/>
                      <a:pt x="4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62" name="Google Shape;862;p39"/>
              <p:cNvGrpSpPr/>
              <p:nvPr/>
            </p:nvGrpSpPr>
            <p:grpSpPr>
              <a:xfrm>
                <a:off x="2811963" y="4290958"/>
                <a:ext cx="515928" cy="98927"/>
                <a:chOff x="2811963" y="4290958"/>
                <a:chExt cx="515928" cy="98927"/>
              </a:xfrm>
            </p:grpSpPr>
            <p:sp>
              <p:nvSpPr>
                <p:cNvPr id="863" name="Google Shape;863;p39"/>
                <p:cNvSpPr/>
                <p:nvPr/>
              </p:nvSpPr>
              <p:spPr>
                <a:xfrm>
                  <a:off x="2811963" y="4290958"/>
                  <a:ext cx="45357" cy="97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7" h="1178" extrusionOk="0">
                      <a:moveTo>
                        <a:pt x="275" y="1"/>
                      </a:moveTo>
                      <a:cubicBezTo>
                        <a:pt x="94" y="1"/>
                        <a:pt x="2" y="106"/>
                        <a:pt x="2" y="293"/>
                      </a:cubicBezTo>
                      <a:lnTo>
                        <a:pt x="2" y="406"/>
                      </a:lnTo>
                      <a:lnTo>
                        <a:pt x="174" y="406"/>
                      </a:lnTo>
                      <a:lnTo>
                        <a:pt x="174" y="282"/>
                      </a:lnTo>
                      <a:cubicBezTo>
                        <a:pt x="174" y="199"/>
                        <a:pt x="212" y="167"/>
                        <a:pt x="269" y="167"/>
                      </a:cubicBezTo>
                      <a:cubicBezTo>
                        <a:pt x="327" y="167"/>
                        <a:pt x="364" y="195"/>
                        <a:pt x="364" y="299"/>
                      </a:cubicBezTo>
                      <a:cubicBezTo>
                        <a:pt x="364" y="634"/>
                        <a:pt x="1" y="692"/>
                        <a:pt x="1" y="1034"/>
                      </a:cubicBezTo>
                      <a:lnTo>
                        <a:pt x="1" y="1178"/>
                      </a:lnTo>
                      <a:lnTo>
                        <a:pt x="530" y="1178"/>
                      </a:lnTo>
                      <a:lnTo>
                        <a:pt x="530" y="1010"/>
                      </a:lnTo>
                      <a:lnTo>
                        <a:pt x="183" y="1010"/>
                      </a:lnTo>
                      <a:cubicBezTo>
                        <a:pt x="182" y="1003"/>
                        <a:pt x="182" y="994"/>
                        <a:pt x="182" y="987"/>
                      </a:cubicBezTo>
                      <a:cubicBezTo>
                        <a:pt x="182" y="795"/>
                        <a:pt x="547" y="660"/>
                        <a:pt x="547" y="293"/>
                      </a:cubicBezTo>
                      <a:cubicBezTo>
                        <a:pt x="547" y="106"/>
                        <a:pt x="455" y="1"/>
                        <a:pt x="2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4" name="Google Shape;864;p39"/>
                <p:cNvSpPr/>
                <p:nvPr/>
              </p:nvSpPr>
              <p:spPr>
                <a:xfrm>
                  <a:off x="2865446" y="4290958"/>
                  <a:ext cx="46186" cy="98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" h="1193" extrusionOk="0">
                      <a:moveTo>
                        <a:pt x="278" y="167"/>
                      </a:moveTo>
                      <a:cubicBezTo>
                        <a:pt x="336" y="167"/>
                        <a:pt x="373" y="199"/>
                        <a:pt x="373" y="282"/>
                      </a:cubicBezTo>
                      <a:lnTo>
                        <a:pt x="373" y="911"/>
                      </a:lnTo>
                      <a:cubicBezTo>
                        <a:pt x="373" y="994"/>
                        <a:pt x="336" y="1025"/>
                        <a:pt x="278" y="1025"/>
                      </a:cubicBezTo>
                      <a:cubicBezTo>
                        <a:pt x="220" y="1025"/>
                        <a:pt x="183" y="994"/>
                        <a:pt x="183" y="911"/>
                      </a:cubicBezTo>
                      <a:lnTo>
                        <a:pt x="183" y="282"/>
                      </a:lnTo>
                      <a:cubicBezTo>
                        <a:pt x="183" y="199"/>
                        <a:pt x="220" y="167"/>
                        <a:pt x="278" y="167"/>
                      </a:cubicBezTo>
                      <a:close/>
                      <a:moveTo>
                        <a:pt x="278" y="1"/>
                      </a:moveTo>
                      <a:cubicBezTo>
                        <a:pt x="99" y="1"/>
                        <a:pt x="1" y="106"/>
                        <a:pt x="1" y="293"/>
                      </a:cubicBezTo>
                      <a:lnTo>
                        <a:pt x="1" y="899"/>
                      </a:lnTo>
                      <a:cubicBezTo>
                        <a:pt x="1" y="1086"/>
                        <a:pt x="99" y="1193"/>
                        <a:pt x="278" y="1193"/>
                      </a:cubicBezTo>
                      <a:cubicBezTo>
                        <a:pt x="457" y="1193"/>
                        <a:pt x="557" y="1086"/>
                        <a:pt x="557" y="899"/>
                      </a:cubicBezTo>
                      <a:lnTo>
                        <a:pt x="557" y="293"/>
                      </a:lnTo>
                      <a:cubicBezTo>
                        <a:pt x="557" y="106"/>
                        <a:pt x="457" y="1"/>
                        <a:pt x="27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5" name="Google Shape;865;p39"/>
                <p:cNvSpPr/>
                <p:nvPr/>
              </p:nvSpPr>
              <p:spPr>
                <a:xfrm>
                  <a:off x="2919925" y="4290958"/>
                  <a:ext cx="46186" cy="98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" h="1193" extrusionOk="0">
                      <a:moveTo>
                        <a:pt x="279" y="167"/>
                      </a:moveTo>
                      <a:cubicBezTo>
                        <a:pt x="337" y="167"/>
                        <a:pt x="374" y="199"/>
                        <a:pt x="374" y="282"/>
                      </a:cubicBezTo>
                      <a:lnTo>
                        <a:pt x="374" y="911"/>
                      </a:lnTo>
                      <a:cubicBezTo>
                        <a:pt x="374" y="994"/>
                        <a:pt x="337" y="1025"/>
                        <a:pt x="279" y="1025"/>
                      </a:cubicBezTo>
                      <a:cubicBezTo>
                        <a:pt x="221" y="1025"/>
                        <a:pt x="184" y="994"/>
                        <a:pt x="184" y="911"/>
                      </a:cubicBezTo>
                      <a:lnTo>
                        <a:pt x="184" y="282"/>
                      </a:lnTo>
                      <a:cubicBezTo>
                        <a:pt x="184" y="199"/>
                        <a:pt x="221" y="167"/>
                        <a:pt x="279" y="167"/>
                      </a:cubicBezTo>
                      <a:close/>
                      <a:moveTo>
                        <a:pt x="279" y="1"/>
                      </a:moveTo>
                      <a:cubicBezTo>
                        <a:pt x="100" y="1"/>
                        <a:pt x="1" y="106"/>
                        <a:pt x="1" y="293"/>
                      </a:cubicBezTo>
                      <a:lnTo>
                        <a:pt x="1" y="899"/>
                      </a:lnTo>
                      <a:cubicBezTo>
                        <a:pt x="1" y="1086"/>
                        <a:pt x="100" y="1193"/>
                        <a:pt x="279" y="1193"/>
                      </a:cubicBezTo>
                      <a:cubicBezTo>
                        <a:pt x="459" y="1193"/>
                        <a:pt x="557" y="1086"/>
                        <a:pt x="557" y="899"/>
                      </a:cubicBezTo>
                      <a:lnTo>
                        <a:pt x="557" y="293"/>
                      </a:lnTo>
                      <a:cubicBezTo>
                        <a:pt x="557" y="106"/>
                        <a:pt x="459" y="1"/>
                        <a:pt x="27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6" name="Google Shape;866;p39"/>
                <p:cNvSpPr/>
                <p:nvPr/>
              </p:nvSpPr>
              <p:spPr>
                <a:xfrm>
                  <a:off x="3172582" y="4290958"/>
                  <a:ext cx="46269" cy="98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" h="1193" extrusionOk="0">
                      <a:moveTo>
                        <a:pt x="279" y="586"/>
                      </a:moveTo>
                      <a:cubicBezTo>
                        <a:pt x="337" y="586"/>
                        <a:pt x="374" y="617"/>
                        <a:pt x="374" y="701"/>
                      </a:cubicBezTo>
                      <a:lnTo>
                        <a:pt x="374" y="911"/>
                      </a:lnTo>
                      <a:cubicBezTo>
                        <a:pt x="374" y="994"/>
                        <a:pt x="337" y="1024"/>
                        <a:pt x="279" y="1024"/>
                      </a:cubicBezTo>
                      <a:cubicBezTo>
                        <a:pt x="221" y="1024"/>
                        <a:pt x="184" y="994"/>
                        <a:pt x="184" y="911"/>
                      </a:cubicBezTo>
                      <a:lnTo>
                        <a:pt x="184" y="701"/>
                      </a:lnTo>
                      <a:cubicBezTo>
                        <a:pt x="184" y="617"/>
                        <a:pt x="221" y="586"/>
                        <a:pt x="279" y="586"/>
                      </a:cubicBezTo>
                      <a:close/>
                      <a:moveTo>
                        <a:pt x="280" y="1"/>
                      </a:moveTo>
                      <a:cubicBezTo>
                        <a:pt x="89" y="1"/>
                        <a:pt x="0" y="106"/>
                        <a:pt x="0" y="303"/>
                      </a:cubicBezTo>
                      <a:lnTo>
                        <a:pt x="2" y="303"/>
                      </a:lnTo>
                      <a:lnTo>
                        <a:pt x="2" y="899"/>
                      </a:lnTo>
                      <a:cubicBezTo>
                        <a:pt x="2" y="1086"/>
                        <a:pt x="101" y="1193"/>
                        <a:pt x="280" y="1193"/>
                      </a:cubicBezTo>
                      <a:cubicBezTo>
                        <a:pt x="460" y="1193"/>
                        <a:pt x="557" y="1086"/>
                        <a:pt x="557" y="899"/>
                      </a:cubicBezTo>
                      <a:lnTo>
                        <a:pt x="557" y="686"/>
                      </a:lnTo>
                      <a:cubicBezTo>
                        <a:pt x="557" y="514"/>
                        <a:pt x="489" y="419"/>
                        <a:pt x="354" y="419"/>
                      </a:cubicBezTo>
                      <a:cubicBezTo>
                        <a:pt x="273" y="419"/>
                        <a:pt x="215" y="456"/>
                        <a:pt x="184" y="523"/>
                      </a:cubicBezTo>
                      <a:lnTo>
                        <a:pt x="184" y="311"/>
                      </a:lnTo>
                      <a:cubicBezTo>
                        <a:pt x="184" y="199"/>
                        <a:pt x="221" y="167"/>
                        <a:pt x="286" y="167"/>
                      </a:cubicBezTo>
                      <a:cubicBezTo>
                        <a:pt x="343" y="167"/>
                        <a:pt x="380" y="199"/>
                        <a:pt x="380" y="282"/>
                      </a:cubicBezTo>
                      <a:lnTo>
                        <a:pt x="380" y="322"/>
                      </a:lnTo>
                      <a:lnTo>
                        <a:pt x="553" y="322"/>
                      </a:lnTo>
                      <a:lnTo>
                        <a:pt x="553" y="293"/>
                      </a:lnTo>
                      <a:cubicBezTo>
                        <a:pt x="553" y="106"/>
                        <a:pt x="460" y="1"/>
                        <a:pt x="28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7" name="Google Shape;867;p39"/>
                <p:cNvSpPr/>
                <p:nvPr/>
              </p:nvSpPr>
              <p:spPr>
                <a:xfrm>
                  <a:off x="3226977" y="4290958"/>
                  <a:ext cx="46186" cy="98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" h="1193" extrusionOk="0">
                      <a:moveTo>
                        <a:pt x="278" y="167"/>
                      </a:moveTo>
                      <a:cubicBezTo>
                        <a:pt x="336" y="167"/>
                        <a:pt x="373" y="199"/>
                        <a:pt x="373" y="282"/>
                      </a:cubicBezTo>
                      <a:lnTo>
                        <a:pt x="373" y="911"/>
                      </a:lnTo>
                      <a:cubicBezTo>
                        <a:pt x="373" y="994"/>
                        <a:pt x="336" y="1025"/>
                        <a:pt x="278" y="1025"/>
                      </a:cubicBezTo>
                      <a:cubicBezTo>
                        <a:pt x="220" y="1025"/>
                        <a:pt x="183" y="994"/>
                        <a:pt x="183" y="911"/>
                      </a:cubicBezTo>
                      <a:lnTo>
                        <a:pt x="183" y="282"/>
                      </a:lnTo>
                      <a:cubicBezTo>
                        <a:pt x="183" y="199"/>
                        <a:pt x="220" y="167"/>
                        <a:pt x="278" y="167"/>
                      </a:cubicBezTo>
                      <a:close/>
                      <a:moveTo>
                        <a:pt x="278" y="1"/>
                      </a:moveTo>
                      <a:cubicBezTo>
                        <a:pt x="99" y="1"/>
                        <a:pt x="1" y="106"/>
                        <a:pt x="1" y="293"/>
                      </a:cubicBezTo>
                      <a:lnTo>
                        <a:pt x="1" y="899"/>
                      </a:lnTo>
                      <a:cubicBezTo>
                        <a:pt x="1" y="1086"/>
                        <a:pt x="99" y="1193"/>
                        <a:pt x="278" y="1193"/>
                      </a:cubicBezTo>
                      <a:cubicBezTo>
                        <a:pt x="459" y="1193"/>
                        <a:pt x="557" y="1086"/>
                        <a:pt x="557" y="899"/>
                      </a:cubicBezTo>
                      <a:lnTo>
                        <a:pt x="557" y="293"/>
                      </a:lnTo>
                      <a:cubicBezTo>
                        <a:pt x="557" y="106"/>
                        <a:pt x="459" y="1"/>
                        <a:pt x="27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8" name="Google Shape;868;p39"/>
                <p:cNvSpPr/>
                <p:nvPr/>
              </p:nvSpPr>
              <p:spPr>
                <a:xfrm>
                  <a:off x="3281705" y="4290958"/>
                  <a:ext cx="46186" cy="98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" h="1193" extrusionOk="0">
                      <a:moveTo>
                        <a:pt x="278" y="167"/>
                      </a:moveTo>
                      <a:cubicBezTo>
                        <a:pt x="336" y="167"/>
                        <a:pt x="373" y="199"/>
                        <a:pt x="373" y="282"/>
                      </a:cubicBezTo>
                      <a:lnTo>
                        <a:pt x="373" y="911"/>
                      </a:lnTo>
                      <a:cubicBezTo>
                        <a:pt x="373" y="994"/>
                        <a:pt x="336" y="1025"/>
                        <a:pt x="278" y="1025"/>
                      </a:cubicBezTo>
                      <a:cubicBezTo>
                        <a:pt x="221" y="1025"/>
                        <a:pt x="184" y="994"/>
                        <a:pt x="184" y="911"/>
                      </a:cubicBezTo>
                      <a:lnTo>
                        <a:pt x="184" y="282"/>
                      </a:lnTo>
                      <a:cubicBezTo>
                        <a:pt x="184" y="199"/>
                        <a:pt x="221" y="167"/>
                        <a:pt x="278" y="167"/>
                      </a:cubicBezTo>
                      <a:close/>
                      <a:moveTo>
                        <a:pt x="278" y="1"/>
                      </a:moveTo>
                      <a:cubicBezTo>
                        <a:pt x="98" y="1"/>
                        <a:pt x="1" y="106"/>
                        <a:pt x="1" y="293"/>
                      </a:cubicBezTo>
                      <a:lnTo>
                        <a:pt x="1" y="899"/>
                      </a:lnTo>
                      <a:cubicBezTo>
                        <a:pt x="1" y="1086"/>
                        <a:pt x="98" y="1193"/>
                        <a:pt x="278" y="1193"/>
                      </a:cubicBezTo>
                      <a:cubicBezTo>
                        <a:pt x="459" y="1193"/>
                        <a:pt x="556" y="1086"/>
                        <a:pt x="556" y="899"/>
                      </a:cubicBezTo>
                      <a:lnTo>
                        <a:pt x="556" y="293"/>
                      </a:lnTo>
                      <a:cubicBezTo>
                        <a:pt x="556" y="106"/>
                        <a:pt x="459" y="1"/>
                        <a:pt x="27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69" name="Google Shape;869;p39"/>
              <p:cNvSpPr/>
              <p:nvPr/>
            </p:nvSpPr>
            <p:spPr>
              <a:xfrm>
                <a:off x="2668511" y="4225864"/>
                <a:ext cx="89637" cy="89390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1078" extrusionOk="0">
                    <a:moveTo>
                      <a:pt x="541" y="0"/>
                    </a:moveTo>
                    <a:cubicBezTo>
                      <a:pt x="243" y="0"/>
                      <a:pt x="1" y="240"/>
                      <a:pt x="1" y="540"/>
                    </a:cubicBezTo>
                    <a:cubicBezTo>
                      <a:pt x="1" y="838"/>
                      <a:pt x="243" y="1078"/>
                      <a:pt x="541" y="1078"/>
                    </a:cubicBezTo>
                    <a:cubicBezTo>
                      <a:pt x="839" y="1078"/>
                      <a:pt x="1080" y="838"/>
                      <a:pt x="1080" y="540"/>
                    </a:cubicBezTo>
                    <a:cubicBezTo>
                      <a:pt x="1080" y="243"/>
                      <a:pt x="837" y="0"/>
                      <a:pt x="5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9"/>
              <p:cNvSpPr/>
              <p:nvPr/>
            </p:nvSpPr>
            <p:spPr>
              <a:xfrm>
                <a:off x="2636587" y="4309533"/>
                <a:ext cx="153153" cy="100917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217" extrusionOk="0">
                    <a:moveTo>
                      <a:pt x="886" y="1"/>
                    </a:moveTo>
                    <a:cubicBezTo>
                      <a:pt x="398" y="1"/>
                      <a:pt x="1" y="543"/>
                      <a:pt x="1" y="1216"/>
                    </a:cubicBezTo>
                    <a:lnTo>
                      <a:pt x="1846" y="1216"/>
                    </a:lnTo>
                    <a:cubicBezTo>
                      <a:pt x="1846" y="543"/>
                      <a:pt x="1452" y="1"/>
                      <a:pt x="9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71" name="Google Shape;871;p39"/>
            <p:cNvSpPr/>
            <p:nvPr/>
          </p:nvSpPr>
          <p:spPr>
            <a:xfrm>
              <a:off x="7578298" y="4302823"/>
              <a:ext cx="144969" cy="144901"/>
            </a:xfrm>
            <a:custGeom>
              <a:avLst/>
              <a:gdLst/>
              <a:ahLst/>
              <a:cxnLst/>
              <a:rect l="l" t="t" r="r" b="b"/>
              <a:pathLst>
                <a:path w="3762" h="3760" extrusionOk="0">
                  <a:moveTo>
                    <a:pt x="1884" y="0"/>
                  </a:moveTo>
                  <a:cubicBezTo>
                    <a:pt x="1883" y="0"/>
                    <a:pt x="1882" y="0"/>
                    <a:pt x="1881" y="0"/>
                  </a:cubicBezTo>
                  <a:cubicBezTo>
                    <a:pt x="842" y="0"/>
                    <a:pt x="0" y="842"/>
                    <a:pt x="0" y="1880"/>
                  </a:cubicBezTo>
                  <a:cubicBezTo>
                    <a:pt x="0" y="2919"/>
                    <a:pt x="844" y="3760"/>
                    <a:pt x="1881" y="3760"/>
                  </a:cubicBezTo>
                  <a:cubicBezTo>
                    <a:pt x="2919" y="3760"/>
                    <a:pt x="3761" y="2918"/>
                    <a:pt x="3761" y="1880"/>
                  </a:cubicBezTo>
                  <a:cubicBezTo>
                    <a:pt x="3761" y="843"/>
                    <a:pt x="2920" y="0"/>
                    <a:pt x="18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2" name="Google Shape;872;p39"/>
          <p:cNvSpPr/>
          <p:nvPr/>
        </p:nvSpPr>
        <p:spPr>
          <a:xfrm rot="-716196">
            <a:off x="8194997" y="1398692"/>
            <a:ext cx="467799" cy="407483"/>
          </a:xfrm>
          <a:custGeom>
            <a:avLst/>
            <a:gdLst/>
            <a:ahLst/>
            <a:cxnLst/>
            <a:rect l="l" t="t" r="r" b="b"/>
            <a:pathLst>
              <a:path w="6957" h="6060" extrusionOk="0">
                <a:moveTo>
                  <a:pt x="4816" y="1"/>
                </a:moveTo>
                <a:lnTo>
                  <a:pt x="4816" y="465"/>
                </a:lnTo>
                <a:cubicBezTo>
                  <a:pt x="4816" y="465"/>
                  <a:pt x="4324" y="124"/>
                  <a:pt x="2941" y="105"/>
                </a:cubicBezTo>
                <a:cubicBezTo>
                  <a:pt x="2874" y="73"/>
                  <a:pt x="2803" y="53"/>
                  <a:pt x="2724" y="53"/>
                </a:cubicBezTo>
                <a:lnTo>
                  <a:pt x="1098" y="53"/>
                </a:lnTo>
                <a:cubicBezTo>
                  <a:pt x="822" y="53"/>
                  <a:pt x="600" y="278"/>
                  <a:pt x="600" y="552"/>
                </a:cubicBezTo>
                <a:cubicBezTo>
                  <a:pt x="600" y="724"/>
                  <a:pt x="690" y="876"/>
                  <a:pt x="822" y="964"/>
                </a:cubicBezTo>
                <a:cubicBezTo>
                  <a:pt x="583" y="1002"/>
                  <a:pt x="400" y="1206"/>
                  <a:pt x="400" y="1454"/>
                </a:cubicBezTo>
                <a:cubicBezTo>
                  <a:pt x="400" y="1627"/>
                  <a:pt x="489" y="1778"/>
                  <a:pt x="622" y="1867"/>
                </a:cubicBezTo>
                <a:cubicBezTo>
                  <a:pt x="383" y="1904"/>
                  <a:pt x="199" y="2109"/>
                  <a:pt x="199" y="2356"/>
                </a:cubicBezTo>
                <a:cubicBezTo>
                  <a:pt x="199" y="2528"/>
                  <a:pt x="288" y="2681"/>
                  <a:pt x="422" y="2772"/>
                </a:cubicBezTo>
                <a:cubicBezTo>
                  <a:pt x="183" y="2807"/>
                  <a:pt x="1" y="3010"/>
                  <a:pt x="1" y="3259"/>
                </a:cubicBezTo>
                <a:cubicBezTo>
                  <a:pt x="1" y="3534"/>
                  <a:pt x="223" y="3757"/>
                  <a:pt x="497" y="3757"/>
                </a:cubicBezTo>
                <a:lnTo>
                  <a:pt x="2125" y="3757"/>
                </a:lnTo>
                <a:cubicBezTo>
                  <a:pt x="2202" y="3757"/>
                  <a:pt x="2273" y="3740"/>
                  <a:pt x="2339" y="3707"/>
                </a:cubicBezTo>
                <a:lnTo>
                  <a:pt x="2672" y="3707"/>
                </a:lnTo>
                <a:cubicBezTo>
                  <a:pt x="2442" y="4377"/>
                  <a:pt x="2577" y="5624"/>
                  <a:pt x="2577" y="5624"/>
                </a:cubicBezTo>
                <a:cubicBezTo>
                  <a:pt x="2577" y="5864"/>
                  <a:pt x="2791" y="6060"/>
                  <a:pt x="3055" y="6060"/>
                </a:cubicBezTo>
                <a:cubicBezTo>
                  <a:pt x="3317" y="6060"/>
                  <a:pt x="3529" y="5864"/>
                  <a:pt x="3529" y="5624"/>
                </a:cubicBezTo>
                <a:lnTo>
                  <a:pt x="3529" y="5163"/>
                </a:lnTo>
                <a:cubicBezTo>
                  <a:pt x="3652" y="3630"/>
                  <a:pt x="4816" y="3231"/>
                  <a:pt x="4816" y="3231"/>
                </a:cubicBezTo>
                <a:lnTo>
                  <a:pt x="4816" y="3663"/>
                </a:lnTo>
                <a:lnTo>
                  <a:pt x="6957" y="3663"/>
                </a:lnTo>
                <a:lnTo>
                  <a:pt x="695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9">
            <a:hlinkClick r:id="" action="ppaction://hlinkshowjump?jump=nextslide"/>
          </p:cNvPr>
          <p:cNvSpPr/>
          <p:nvPr/>
        </p:nvSpPr>
        <p:spPr>
          <a:xfrm>
            <a:off x="850702" y="460850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9">
            <a:hlinkClick r:id="" action="ppaction://hlinkshowjump?jump=nextslide"/>
          </p:cNvPr>
          <p:cNvSpPr/>
          <p:nvPr/>
        </p:nvSpPr>
        <p:spPr>
          <a:xfrm>
            <a:off x="925738" y="4700727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9">
            <a:hlinkClick r:id="" action="ppaction://hlinkshowjump?jump=previousslide"/>
          </p:cNvPr>
          <p:cNvSpPr/>
          <p:nvPr/>
        </p:nvSpPr>
        <p:spPr>
          <a:xfrm>
            <a:off x="422198" y="4608530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9">
            <a:hlinkClick r:id="" action="ppaction://hlinkshowjump?jump=previousslide"/>
          </p:cNvPr>
          <p:cNvSpPr/>
          <p:nvPr/>
        </p:nvSpPr>
        <p:spPr>
          <a:xfrm flipH="1">
            <a:off x="494354" y="4700744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FFF2-600D-F8DC-CA1B-958F04C2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CB53A-CDEF-88E5-EE59-3BF3D21D2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7163" y="1598712"/>
            <a:ext cx="6649674" cy="14550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dirty="0" err="1"/>
              <a:t>tipar</a:t>
            </a:r>
            <a:r>
              <a:rPr lang="en-US" sz="1400" dirty="0"/>
              <a:t> </a:t>
            </a:r>
            <a:r>
              <a:rPr lang="en-US" sz="1400" dirty="0" err="1"/>
              <a:t>comportamental</a:t>
            </a:r>
            <a:r>
              <a:rPr lang="en-US" sz="1400" dirty="0"/>
              <a:t> </a:t>
            </a:r>
            <a:r>
              <a:rPr lang="en-US" sz="1400" dirty="0" err="1"/>
              <a:t>predictibil</a:t>
            </a:r>
            <a:endParaRPr lang="en-US" sz="14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 err="1"/>
              <a:t>timpul</a:t>
            </a:r>
            <a:r>
              <a:rPr lang="en-US" sz="1400" dirty="0"/>
              <a:t> </a:t>
            </a:r>
            <a:r>
              <a:rPr lang="en-US" sz="1400" dirty="0" err="1"/>
              <a:t>petrecut</a:t>
            </a:r>
            <a:r>
              <a:rPr lang="en-US" sz="1400" dirty="0"/>
              <a:t> pe social media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motorul</a:t>
            </a:r>
            <a:r>
              <a:rPr lang="en-US" sz="1400" dirty="0"/>
              <a:t> principal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 err="1"/>
              <a:t>timpul</a:t>
            </a:r>
            <a:r>
              <a:rPr lang="en-US" sz="1400" dirty="0"/>
              <a:t> </a:t>
            </a:r>
            <a:r>
              <a:rPr lang="en-US" sz="1400" dirty="0" err="1"/>
              <a:t>petrecut</a:t>
            </a:r>
            <a:r>
              <a:rPr lang="en-US" sz="1400" dirty="0"/>
              <a:t> pe </a:t>
            </a:r>
            <a:r>
              <a:rPr lang="en-US" sz="1400" dirty="0" err="1"/>
              <a:t>telefon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alocat</a:t>
            </a:r>
            <a:r>
              <a:rPr lang="en-US" sz="1400" dirty="0"/>
              <a:t> </a:t>
            </a:r>
            <a:r>
              <a:rPr lang="en-US" sz="1400" dirty="0" err="1"/>
              <a:t>muncii</a:t>
            </a:r>
            <a:r>
              <a:rPr lang="en-US" sz="1400" dirty="0"/>
              <a:t>, </a:t>
            </a:r>
            <a:r>
              <a:rPr lang="en-US" sz="1400" dirty="0" err="1"/>
              <a:t>educației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divertismentului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6177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0"/>
          <p:cNvSpPr txBox="1">
            <a:spLocks noGrp="1"/>
          </p:cNvSpPr>
          <p:nvPr>
            <p:ph type="title"/>
          </p:nvPr>
        </p:nvSpPr>
        <p:spPr>
          <a:xfrm>
            <a:off x="1656222" y="4885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Aplicabilitate practica</a:t>
            </a:r>
            <a:endParaRPr dirty="0"/>
          </a:p>
        </p:txBody>
      </p:sp>
      <p:sp>
        <p:nvSpPr>
          <p:cNvPr id="883" name="Google Shape;883;p40"/>
          <p:cNvSpPr/>
          <p:nvPr/>
        </p:nvSpPr>
        <p:spPr>
          <a:xfrm>
            <a:off x="1345000" y="2360750"/>
            <a:ext cx="1583700" cy="4512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100" dirty="0" err="1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Prevenție</a:t>
            </a:r>
            <a:r>
              <a:rPr lang="en-US" sz="1100" dirty="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în</a:t>
            </a:r>
            <a:r>
              <a:rPr lang="en-US" sz="1100" dirty="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 loc </a:t>
            </a:r>
          </a:p>
          <a:p>
            <a:pPr algn="ctr"/>
            <a:r>
              <a:rPr lang="en-US" sz="1100" dirty="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de </a:t>
            </a:r>
            <a:r>
              <a:rPr lang="en-US" sz="1100" dirty="0" err="1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restricție</a:t>
            </a:r>
            <a:endParaRPr lang="en-US" sz="1100" dirty="0">
              <a:solidFill>
                <a:schemeClr val="accent3"/>
              </a:solidFill>
              <a:latin typeface="Bowlby One"/>
              <a:ea typeface="Bowlby One"/>
              <a:cs typeface="Bowlby One"/>
              <a:sym typeface="Bowlby One"/>
            </a:endParaRPr>
          </a:p>
        </p:txBody>
      </p:sp>
      <p:sp>
        <p:nvSpPr>
          <p:cNvPr id="884" name="Google Shape;884;p40"/>
          <p:cNvSpPr/>
          <p:nvPr/>
        </p:nvSpPr>
        <p:spPr>
          <a:xfrm>
            <a:off x="3780200" y="2360750"/>
            <a:ext cx="1583700" cy="4512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800" dirty="0" err="1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Terapie</a:t>
            </a:r>
            <a:endParaRPr lang="en-US" sz="1800" dirty="0">
              <a:solidFill>
                <a:schemeClr val="accent3"/>
              </a:solidFill>
              <a:latin typeface="Bowlby One"/>
              <a:ea typeface="Bowlby One"/>
              <a:cs typeface="Bowlby One"/>
              <a:sym typeface="Bowlby One"/>
            </a:endParaRPr>
          </a:p>
        </p:txBody>
      </p:sp>
      <p:sp>
        <p:nvSpPr>
          <p:cNvPr id="885" name="Google Shape;885;p40"/>
          <p:cNvSpPr/>
          <p:nvPr/>
        </p:nvSpPr>
        <p:spPr>
          <a:xfrm>
            <a:off x="6215400" y="2360750"/>
            <a:ext cx="1583700" cy="4512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Școli</a:t>
            </a:r>
            <a:endParaRPr sz="1700" dirty="0">
              <a:solidFill>
                <a:schemeClr val="accent3"/>
              </a:solidFill>
              <a:latin typeface="Bowlby One"/>
              <a:ea typeface="Bowlby One"/>
              <a:cs typeface="Bowlby One"/>
              <a:sym typeface="Bowlby One"/>
            </a:endParaRPr>
          </a:p>
        </p:txBody>
      </p:sp>
      <p:sp>
        <p:nvSpPr>
          <p:cNvPr id="887" name="Google Shape;887;p40"/>
          <p:cNvSpPr txBox="1"/>
          <p:nvPr/>
        </p:nvSpPr>
        <p:spPr>
          <a:xfrm>
            <a:off x="1200722" y="3437325"/>
            <a:ext cx="18723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Aplicație</a:t>
            </a:r>
            <a:endParaRPr sz="1700" dirty="0">
              <a:solidFill>
                <a:schemeClr val="accent3"/>
              </a:solidFill>
              <a:latin typeface="Bowlby One"/>
              <a:ea typeface="Bowlby One"/>
              <a:cs typeface="Bowlby One"/>
              <a:sym typeface="Bowlby One"/>
            </a:endParaRPr>
          </a:p>
        </p:txBody>
      </p:sp>
      <p:sp>
        <p:nvSpPr>
          <p:cNvPr id="889" name="Google Shape;889;p40"/>
          <p:cNvSpPr txBox="1"/>
          <p:nvPr/>
        </p:nvSpPr>
        <p:spPr>
          <a:xfrm>
            <a:off x="3635922" y="3437325"/>
            <a:ext cx="18723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Aplicație</a:t>
            </a:r>
            <a:endParaRPr sz="1700" dirty="0">
              <a:solidFill>
                <a:schemeClr val="accent3"/>
              </a:solidFill>
              <a:latin typeface="Bowlby One"/>
              <a:ea typeface="Bowlby One"/>
              <a:cs typeface="Bowlby One"/>
              <a:sym typeface="Bowlby One"/>
            </a:endParaRPr>
          </a:p>
        </p:txBody>
      </p:sp>
      <p:sp>
        <p:nvSpPr>
          <p:cNvPr id="891" name="Google Shape;891;p40"/>
          <p:cNvSpPr txBox="1"/>
          <p:nvPr/>
        </p:nvSpPr>
        <p:spPr>
          <a:xfrm>
            <a:off x="6071122" y="3437325"/>
            <a:ext cx="18723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3"/>
                </a:solidFill>
                <a:latin typeface="Bowlby One"/>
                <a:ea typeface="Bowlby One"/>
                <a:cs typeface="Bowlby One"/>
                <a:sym typeface="Bowlby One"/>
              </a:rPr>
              <a:t>Chestionar</a:t>
            </a:r>
            <a:endParaRPr sz="1700" dirty="0">
              <a:solidFill>
                <a:schemeClr val="accent3"/>
              </a:solidFill>
              <a:latin typeface="Bowlby One"/>
              <a:ea typeface="Bowlby One"/>
              <a:cs typeface="Bowlby One"/>
              <a:sym typeface="Bowlby One"/>
            </a:endParaRPr>
          </a:p>
        </p:txBody>
      </p:sp>
      <p:cxnSp>
        <p:nvCxnSpPr>
          <p:cNvPr id="892" name="Google Shape;892;p40"/>
          <p:cNvCxnSpPr>
            <a:cxnSpLocks/>
            <a:endCxn id="883" idx="0"/>
          </p:cNvCxnSpPr>
          <p:nvPr/>
        </p:nvCxnSpPr>
        <p:spPr>
          <a:xfrm rot="10800000" flipV="1">
            <a:off x="2136851" y="1509774"/>
            <a:ext cx="2437645" cy="850975"/>
          </a:xfrm>
          <a:prstGeom prst="curvedConnector2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3" name="Google Shape;893;p40"/>
          <p:cNvCxnSpPr>
            <a:cxnSpLocks/>
            <a:endCxn id="885" idx="0"/>
          </p:cNvCxnSpPr>
          <p:nvPr/>
        </p:nvCxnSpPr>
        <p:spPr>
          <a:xfrm>
            <a:off x="4556282" y="1509774"/>
            <a:ext cx="2450968" cy="850976"/>
          </a:xfrm>
          <a:prstGeom prst="curvedConnector2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4" name="Google Shape;894;p40"/>
          <p:cNvCxnSpPr>
            <a:cxnSpLocks/>
            <a:endCxn id="884" idx="0"/>
          </p:cNvCxnSpPr>
          <p:nvPr/>
        </p:nvCxnSpPr>
        <p:spPr>
          <a:xfrm rot="5400000">
            <a:off x="4142978" y="1931127"/>
            <a:ext cx="858695" cy="55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5" name="Google Shape;895;p40"/>
          <p:cNvCxnSpPr>
            <a:cxnSpLocks/>
            <a:stCxn id="883" idx="2"/>
            <a:endCxn id="887" idx="0"/>
          </p:cNvCxnSpPr>
          <p:nvPr/>
        </p:nvCxnSpPr>
        <p:spPr>
          <a:xfrm rot="16200000" flipH="1">
            <a:off x="1824174" y="3124626"/>
            <a:ext cx="625375" cy="22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6" name="Google Shape;896;p40"/>
          <p:cNvCxnSpPr>
            <a:stCxn id="884" idx="2"/>
            <a:endCxn id="889" idx="0"/>
          </p:cNvCxnSpPr>
          <p:nvPr/>
        </p:nvCxnSpPr>
        <p:spPr>
          <a:xfrm rot="-5400000" flipH="1">
            <a:off x="4259600" y="3124400"/>
            <a:ext cx="625500" cy="600"/>
          </a:xfrm>
          <a:prstGeom prst="curvedConnector3">
            <a:avLst>
              <a:gd name="adj1" fmla="val 49990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7" name="Google Shape;897;p40"/>
          <p:cNvCxnSpPr>
            <a:stCxn id="885" idx="2"/>
            <a:endCxn id="891" idx="0"/>
          </p:cNvCxnSpPr>
          <p:nvPr/>
        </p:nvCxnSpPr>
        <p:spPr>
          <a:xfrm rot="-5400000" flipH="1">
            <a:off x="6694800" y="3124400"/>
            <a:ext cx="625500" cy="600"/>
          </a:xfrm>
          <a:prstGeom prst="curvedConnector3">
            <a:avLst>
              <a:gd name="adj1" fmla="val 49990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898" name="Google Shape;898;p40"/>
          <p:cNvGrpSpPr/>
          <p:nvPr/>
        </p:nvGrpSpPr>
        <p:grpSpPr>
          <a:xfrm flipH="1">
            <a:off x="8078075" y="1502055"/>
            <a:ext cx="1583721" cy="3641441"/>
            <a:chOff x="150425" y="2599939"/>
            <a:chExt cx="924207" cy="2125024"/>
          </a:xfrm>
        </p:grpSpPr>
        <p:sp>
          <p:nvSpPr>
            <p:cNvPr id="899" name="Google Shape;899;p40"/>
            <p:cNvSpPr/>
            <p:nvPr/>
          </p:nvSpPr>
          <p:spPr>
            <a:xfrm>
              <a:off x="150425" y="2599939"/>
              <a:ext cx="707505" cy="554414"/>
            </a:xfrm>
            <a:custGeom>
              <a:avLst/>
              <a:gdLst/>
              <a:ahLst/>
              <a:cxnLst/>
              <a:rect l="l" t="t" r="r" b="b"/>
              <a:pathLst>
                <a:path w="18532" h="14522" extrusionOk="0">
                  <a:moveTo>
                    <a:pt x="12559" y="1"/>
                  </a:moveTo>
                  <a:cubicBezTo>
                    <a:pt x="11915" y="1"/>
                    <a:pt x="10706" y="307"/>
                    <a:pt x="10367" y="2520"/>
                  </a:cubicBezTo>
                  <a:cubicBezTo>
                    <a:pt x="9899" y="5581"/>
                    <a:pt x="8952" y="4567"/>
                    <a:pt x="6904" y="5064"/>
                  </a:cubicBezTo>
                  <a:cubicBezTo>
                    <a:pt x="3644" y="5855"/>
                    <a:pt x="1" y="7457"/>
                    <a:pt x="82" y="11090"/>
                  </a:cubicBezTo>
                  <a:lnTo>
                    <a:pt x="1060" y="11625"/>
                  </a:lnTo>
                  <a:cubicBezTo>
                    <a:pt x="1267" y="11010"/>
                    <a:pt x="1656" y="10215"/>
                    <a:pt x="2374" y="9720"/>
                  </a:cubicBezTo>
                  <a:lnTo>
                    <a:pt x="2374" y="9720"/>
                  </a:lnTo>
                  <a:cubicBezTo>
                    <a:pt x="2374" y="9720"/>
                    <a:pt x="2103" y="10943"/>
                    <a:pt x="2097" y="12193"/>
                  </a:cubicBezTo>
                  <a:lnTo>
                    <a:pt x="6351" y="14522"/>
                  </a:lnTo>
                  <a:cubicBezTo>
                    <a:pt x="6351" y="14522"/>
                    <a:pt x="6996" y="11011"/>
                    <a:pt x="9978" y="11011"/>
                  </a:cubicBezTo>
                  <a:cubicBezTo>
                    <a:pt x="10086" y="11011"/>
                    <a:pt x="10196" y="11015"/>
                    <a:pt x="10310" y="11025"/>
                  </a:cubicBezTo>
                  <a:cubicBezTo>
                    <a:pt x="10455" y="11037"/>
                    <a:pt x="10598" y="11043"/>
                    <a:pt x="10737" y="11043"/>
                  </a:cubicBezTo>
                  <a:cubicBezTo>
                    <a:pt x="12186" y="11043"/>
                    <a:pt x="13283" y="10395"/>
                    <a:pt x="14048" y="9412"/>
                  </a:cubicBezTo>
                  <a:cubicBezTo>
                    <a:pt x="18531" y="7600"/>
                    <a:pt x="15599" y="5472"/>
                    <a:pt x="16234" y="4692"/>
                  </a:cubicBezTo>
                  <a:cubicBezTo>
                    <a:pt x="17912" y="2628"/>
                    <a:pt x="17900" y="1116"/>
                    <a:pt x="16914" y="427"/>
                  </a:cubicBezTo>
                  <a:cubicBezTo>
                    <a:pt x="16515" y="147"/>
                    <a:pt x="16050" y="50"/>
                    <a:pt x="15597" y="50"/>
                  </a:cubicBezTo>
                  <a:cubicBezTo>
                    <a:pt x="14871" y="50"/>
                    <a:pt x="14174" y="300"/>
                    <a:pt x="13825" y="447"/>
                  </a:cubicBezTo>
                  <a:cubicBezTo>
                    <a:pt x="13358" y="106"/>
                    <a:pt x="12971" y="46"/>
                    <a:pt x="12971" y="46"/>
                  </a:cubicBezTo>
                  <a:cubicBezTo>
                    <a:pt x="12971" y="46"/>
                    <a:pt x="12807" y="1"/>
                    <a:pt x="12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0"/>
            <p:cNvSpPr/>
            <p:nvPr/>
          </p:nvSpPr>
          <p:spPr>
            <a:xfrm>
              <a:off x="339025" y="3706567"/>
              <a:ext cx="622866" cy="258614"/>
            </a:xfrm>
            <a:custGeom>
              <a:avLst/>
              <a:gdLst/>
              <a:ahLst/>
              <a:cxnLst/>
              <a:rect l="l" t="t" r="r" b="b"/>
              <a:pathLst>
                <a:path w="16315" h="6774" extrusionOk="0">
                  <a:moveTo>
                    <a:pt x="14307" y="1"/>
                  </a:moveTo>
                  <a:cubicBezTo>
                    <a:pt x="6001" y="1"/>
                    <a:pt x="0" y="5260"/>
                    <a:pt x="0" y="5260"/>
                  </a:cubicBezTo>
                  <a:cubicBezTo>
                    <a:pt x="322" y="6342"/>
                    <a:pt x="1183" y="6773"/>
                    <a:pt x="2353" y="6773"/>
                  </a:cubicBezTo>
                  <a:cubicBezTo>
                    <a:pt x="6953" y="6773"/>
                    <a:pt x="16315" y="104"/>
                    <a:pt x="16315" y="104"/>
                  </a:cubicBezTo>
                  <a:cubicBezTo>
                    <a:pt x="15632" y="34"/>
                    <a:pt x="14962" y="1"/>
                    <a:pt x="143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0"/>
            <p:cNvSpPr/>
            <p:nvPr/>
          </p:nvSpPr>
          <p:spPr>
            <a:xfrm>
              <a:off x="547286" y="3478492"/>
              <a:ext cx="527346" cy="991890"/>
            </a:xfrm>
            <a:custGeom>
              <a:avLst/>
              <a:gdLst/>
              <a:ahLst/>
              <a:cxnLst/>
              <a:rect l="l" t="t" r="r" b="b"/>
              <a:pathLst>
                <a:path w="13813" h="25981" extrusionOk="0">
                  <a:moveTo>
                    <a:pt x="7640" y="1"/>
                  </a:moveTo>
                  <a:cubicBezTo>
                    <a:pt x="5141" y="1"/>
                    <a:pt x="1" y="3828"/>
                    <a:pt x="1" y="3828"/>
                  </a:cubicBezTo>
                  <a:lnTo>
                    <a:pt x="8784" y="15184"/>
                  </a:lnTo>
                  <a:cubicBezTo>
                    <a:pt x="8784" y="15184"/>
                    <a:pt x="6984" y="16485"/>
                    <a:pt x="5764" y="18887"/>
                  </a:cubicBezTo>
                  <a:cubicBezTo>
                    <a:pt x="4546" y="21287"/>
                    <a:pt x="2494" y="23622"/>
                    <a:pt x="2494" y="23622"/>
                  </a:cubicBezTo>
                  <a:lnTo>
                    <a:pt x="4420" y="25980"/>
                  </a:lnTo>
                  <a:cubicBezTo>
                    <a:pt x="4420" y="25980"/>
                    <a:pt x="13798" y="16633"/>
                    <a:pt x="13805" y="15178"/>
                  </a:cubicBezTo>
                  <a:cubicBezTo>
                    <a:pt x="13813" y="13541"/>
                    <a:pt x="7748" y="3"/>
                    <a:pt x="7748" y="3"/>
                  </a:cubicBezTo>
                  <a:cubicBezTo>
                    <a:pt x="7712" y="1"/>
                    <a:pt x="7676" y="1"/>
                    <a:pt x="7640" y="1"/>
                  </a:cubicBezTo>
                  <a:close/>
                </a:path>
              </a:pathLst>
            </a:custGeom>
            <a:solidFill>
              <a:srgbClr val="ED70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519683" y="4380295"/>
              <a:ext cx="288431" cy="344514"/>
            </a:xfrm>
            <a:custGeom>
              <a:avLst/>
              <a:gdLst/>
              <a:ahLst/>
              <a:cxnLst/>
              <a:rect l="l" t="t" r="r" b="b"/>
              <a:pathLst>
                <a:path w="7555" h="9024" extrusionOk="0">
                  <a:moveTo>
                    <a:pt x="3217" y="1"/>
                  </a:moveTo>
                  <a:lnTo>
                    <a:pt x="0" y="2319"/>
                  </a:lnTo>
                  <a:lnTo>
                    <a:pt x="732" y="3179"/>
                  </a:lnTo>
                  <a:cubicBezTo>
                    <a:pt x="1143" y="3055"/>
                    <a:pt x="1465" y="3026"/>
                    <a:pt x="1678" y="3026"/>
                  </a:cubicBezTo>
                  <a:cubicBezTo>
                    <a:pt x="1872" y="3026"/>
                    <a:pt x="1976" y="3050"/>
                    <a:pt x="1976" y="3050"/>
                  </a:cubicBezTo>
                  <a:lnTo>
                    <a:pt x="2440" y="5188"/>
                  </a:lnTo>
                  <a:lnTo>
                    <a:pt x="5702" y="9023"/>
                  </a:lnTo>
                  <a:cubicBezTo>
                    <a:pt x="5702" y="9023"/>
                    <a:pt x="7272" y="8295"/>
                    <a:pt x="6317" y="6916"/>
                  </a:cubicBezTo>
                  <a:cubicBezTo>
                    <a:pt x="5671" y="5984"/>
                    <a:pt x="5545" y="4171"/>
                    <a:pt x="6308" y="3390"/>
                  </a:cubicBezTo>
                  <a:cubicBezTo>
                    <a:pt x="6768" y="2920"/>
                    <a:pt x="7555" y="2355"/>
                    <a:pt x="7555" y="2355"/>
                  </a:cubicBezTo>
                  <a:lnTo>
                    <a:pt x="5402" y="250"/>
                  </a:lnTo>
                  <a:lnTo>
                    <a:pt x="4534" y="1371"/>
                  </a:lnTo>
                  <a:lnTo>
                    <a:pt x="32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708588" y="4495440"/>
              <a:ext cx="66162" cy="90710"/>
            </a:xfrm>
            <a:custGeom>
              <a:avLst/>
              <a:gdLst/>
              <a:ahLst/>
              <a:cxnLst/>
              <a:rect l="l" t="t" r="r" b="b"/>
              <a:pathLst>
                <a:path w="1733" h="2376" fill="none" extrusionOk="0">
                  <a:moveTo>
                    <a:pt x="1" y="0"/>
                  </a:moveTo>
                  <a:lnTo>
                    <a:pt x="1732" y="1059"/>
                  </a:lnTo>
                  <a:lnTo>
                    <a:pt x="70" y="1204"/>
                  </a:lnTo>
                  <a:lnTo>
                    <a:pt x="1424" y="2371"/>
                  </a:lnTo>
                  <a:lnTo>
                    <a:pt x="15" y="2375"/>
                  </a:ln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558510" y="4440807"/>
              <a:ext cx="196805" cy="273389"/>
            </a:xfrm>
            <a:custGeom>
              <a:avLst/>
              <a:gdLst/>
              <a:ahLst/>
              <a:cxnLst/>
              <a:rect l="l" t="t" r="r" b="b"/>
              <a:pathLst>
                <a:path w="5155" h="7161" fill="none" extrusionOk="0">
                  <a:moveTo>
                    <a:pt x="0" y="1"/>
                  </a:moveTo>
                  <a:lnTo>
                    <a:pt x="2242" y="2405"/>
                  </a:lnTo>
                  <a:cubicBezTo>
                    <a:pt x="2242" y="2405"/>
                    <a:pt x="1991" y="3213"/>
                    <a:pt x="2326" y="3836"/>
                  </a:cubicBezTo>
                  <a:cubicBezTo>
                    <a:pt x="2660" y="4458"/>
                    <a:pt x="5155" y="7161"/>
                    <a:pt x="5155" y="7161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0"/>
            <p:cNvSpPr/>
            <p:nvPr/>
          </p:nvSpPr>
          <p:spPr>
            <a:xfrm>
              <a:off x="459629" y="3496970"/>
              <a:ext cx="307749" cy="1076987"/>
            </a:xfrm>
            <a:custGeom>
              <a:avLst/>
              <a:gdLst/>
              <a:ahLst/>
              <a:cxnLst/>
              <a:rect l="l" t="t" r="r" b="b"/>
              <a:pathLst>
                <a:path w="8061" h="28210" extrusionOk="0">
                  <a:moveTo>
                    <a:pt x="1229" y="1"/>
                  </a:moveTo>
                  <a:lnTo>
                    <a:pt x="1229" y="2"/>
                  </a:lnTo>
                  <a:lnTo>
                    <a:pt x="1229" y="2"/>
                  </a:lnTo>
                  <a:cubicBezTo>
                    <a:pt x="1229" y="1"/>
                    <a:pt x="1229" y="1"/>
                    <a:pt x="1229" y="1"/>
                  </a:cubicBezTo>
                  <a:close/>
                  <a:moveTo>
                    <a:pt x="1229" y="2"/>
                  </a:moveTo>
                  <a:cubicBezTo>
                    <a:pt x="1235" y="124"/>
                    <a:pt x="1582" y="7651"/>
                    <a:pt x="793" y="10249"/>
                  </a:cubicBezTo>
                  <a:cubicBezTo>
                    <a:pt x="0" y="12869"/>
                    <a:pt x="570" y="28209"/>
                    <a:pt x="570" y="28209"/>
                  </a:cubicBezTo>
                  <a:lnTo>
                    <a:pt x="3331" y="28080"/>
                  </a:lnTo>
                  <a:cubicBezTo>
                    <a:pt x="3331" y="28080"/>
                    <a:pt x="6089" y="14723"/>
                    <a:pt x="6428" y="11342"/>
                  </a:cubicBezTo>
                  <a:cubicBezTo>
                    <a:pt x="6766" y="7957"/>
                    <a:pt x="8060" y="2"/>
                    <a:pt x="8060" y="2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0"/>
            <p:cNvSpPr/>
            <p:nvPr/>
          </p:nvSpPr>
          <p:spPr>
            <a:xfrm>
              <a:off x="469174" y="4506015"/>
              <a:ext cx="353676" cy="218948"/>
            </a:xfrm>
            <a:custGeom>
              <a:avLst/>
              <a:gdLst/>
              <a:ahLst/>
              <a:cxnLst/>
              <a:rect l="l" t="t" r="r" b="b"/>
              <a:pathLst>
                <a:path w="9264" h="5735" extrusionOk="0">
                  <a:moveTo>
                    <a:pt x="4923" y="0"/>
                  </a:moveTo>
                  <a:lnTo>
                    <a:pt x="1922" y="278"/>
                  </a:lnTo>
                  <a:lnTo>
                    <a:pt x="2214" y="1665"/>
                  </a:lnTo>
                  <a:lnTo>
                    <a:pt x="320" y="1779"/>
                  </a:lnTo>
                  <a:lnTo>
                    <a:pt x="1" y="5735"/>
                  </a:lnTo>
                  <a:lnTo>
                    <a:pt x="1130" y="5735"/>
                  </a:lnTo>
                  <a:cubicBezTo>
                    <a:pt x="1458" y="4984"/>
                    <a:pt x="1839" y="4706"/>
                    <a:pt x="1839" y="4706"/>
                  </a:cubicBezTo>
                  <a:lnTo>
                    <a:pt x="3768" y="5735"/>
                  </a:lnTo>
                  <a:lnTo>
                    <a:pt x="8802" y="5735"/>
                  </a:lnTo>
                  <a:cubicBezTo>
                    <a:pt x="8802" y="5735"/>
                    <a:pt x="9263" y="4065"/>
                    <a:pt x="7595" y="3899"/>
                  </a:cubicBezTo>
                  <a:cubicBezTo>
                    <a:pt x="6467" y="3788"/>
                    <a:pt x="5004" y="2710"/>
                    <a:pt x="4903" y="1622"/>
                  </a:cubicBezTo>
                  <a:cubicBezTo>
                    <a:pt x="4844" y="967"/>
                    <a:pt x="4923" y="0"/>
                    <a:pt x="49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0"/>
            <p:cNvSpPr/>
            <p:nvPr/>
          </p:nvSpPr>
          <p:spPr>
            <a:xfrm>
              <a:off x="611807" y="4573934"/>
              <a:ext cx="104225" cy="82540"/>
            </a:xfrm>
            <a:custGeom>
              <a:avLst/>
              <a:gdLst/>
              <a:ahLst/>
              <a:cxnLst/>
              <a:rect l="l" t="t" r="r" b="b"/>
              <a:pathLst>
                <a:path w="2730" h="2162" fill="none" extrusionOk="0">
                  <a:moveTo>
                    <a:pt x="1" y="635"/>
                  </a:moveTo>
                  <a:lnTo>
                    <a:pt x="1929" y="0"/>
                  </a:lnTo>
                  <a:lnTo>
                    <a:pt x="964" y="1361"/>
                  </a:lnTo>
                  <a:lnTo>
                    <a:pt x="2730" y="1087"/>
                  </a:lnTo>
                  <a:lnTo>
                    <a:pt x="1820" y="2162"/>
                  </a:ln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473030" y="4671441"/>
              <a:ext cx="335771" cy="38597"/>
            </a:xfrm>
            <a:custGeom>
              <a:avLst/>
              <a:gdLst/>
              <a:ahLst/>
              <a:cxnLst/>
              <a:rect l="l" t="t" r="r" b="b"/>
              <a:pathLst>
                <a:path w="8795" h="1011" fill="none" extrusionOk="0">
                  <a:moveTo>
                    <a:pt x="1" y="149"/>
                  </a:moveTo>
                  <a:lnTo>
                    <a:pt x="3284" y="1"/>
                  </a:lnTo>
                  <a:cubicBezTo>
                    <a:pt x="3284" y="1"/>
                    <a:pt x="3739" y="714"/>
                    <a:pt x="4429" y="862"/>
                  </a:cubicBezTo>
                  <a:cubicBezTo>
                    <a:pt x="5120" y="1010"/>
                    <a:pt x="8795" y="862"/>
                    <a:pt x="8795" y="862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393467" y="3241177"/>
              <a:ext cx="118541" cy="57572"/>
            </a:xfrm>
            <a:custGeom>
              <a:avLst/>
              <a:gdLst/>
              <a:ahLst/>
              <a:cxnLst/>
              <a:rect l="l" t="t" r="r" b="b"/>
              <a:pathLst>
                <a:path w="3105" h="1508" extrusionOk="0">
                  <a:moveTo>
                    <a:pt x="772" y="0"/>
                  </a:moveTo>
                  <a:cubicBezTo>
                    <a:pt x="537" y="0"/>
                    <a:pt x="280" y="24"/>
                    <a:pt x="0" y="77"/>
                  </a:cubicBezTo>
                  <a:cubicBezTo>
                    <a:pt x="0" y="77"/>
                    <a:pt x="258" y="1508"/>
                    <a:pt x="2267" y="1508"/>
                  </a:cubicBezTo>
                  <a:cubicBezTo>
                    <a:pt x="2518" y="1508"/>
                    <a:pt x="2796" y="1485"/>
                    <a:pt x="3105" y="1435"/>
                  </a:cubicBezTo>
                  <a:cubicBezTo>
                    <a:pt x="3105" y="1435"/>
                    <a:pt x="2603" y="0"/>
                    <a:pt x="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404844" y="3224455"/>
              <a:ext cx="113044" cy="289882"/>
            </a:xfrm>
            <a:custGeom>
              <a:avLst/>
              <a:gdLst/>
              <a:ahLst/>
              <a:cxnLst/>
              <a:rect l="l" t="t" r="r" b="b"/>
              <a:pathLst>
                <a:path w="2961" h="7593" extrusionOk="0">
                  <a:moveTo>
                    <a:pt x="704" y="1"/>
                  </a:moveTo>
                  <a:cubicBezTo>
                    <a:pt x="460" y="1"/>
                    <a:pt x="220" y="50"/>
                    <a:pt x="0" y="173"/>
                  </a:cubicBezTo>
                  <a:cubicBezTo>
                    <a:pt x="0" y="173"/>
                    <a:pt x="221" y="5229"/>
                    <a:pt x="657" y="6764"/>
                  </a:cubicBezTo>
                  <a:cubicBezTo>
                    <a:pt x="657" y="6764"/>
                    <a:pt x="1247" y="7593"/>
                    <a:pt x="1851" y="7593"/>
                  </a:cubicBezTo>
                  <a:cubicBezTo>
                    <a:pt x="2200" y="7593"/>
                    <a:pt x="2554" y="7316"/>
                    <a:pt x="2802" y="6444"/>
                  </a:cubicBezTo>
                  <a:cubicBezTo>
                    <a:pt x="2961" y="5888"/>
                    <a:pt x="2709" y="1461"/>
                    <a:pt x="2802" y="850"/>
                  </a:cubicBezTo>
                  <a:cubicBezTo>
                    <a:pt x="2802" y="850"/>
                    <a:pt x="1717" y="1"/>
                    <a:pt x="704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0"/>
            <p:cNvSpPr/>
            <p:nvPr/>
          </p:nvSpPr>
          <p:spPr>
            <a:xfrm>
              <a:off x="391749" y="2847791"/>
              <a:ext cx="159696" cy="448127"/>
            </a:xfrm>
            <a:custGeom>
              <a:avLst/>
              <a:gdLst/>
              <a:ahLst/>
              <a:cxnLst/>
              <a:rect l="l" t="t" r="r" b="b"/>
              <a:pathLst>
                <a:path w="4183" h="11738" extrusionOk="0">
                  <a:moveTo>
                    <a:pt x="1799" y="1"/>
                  </a:moveTo>
                  <a:cubicBezTo>
                    <a:pt x="690" y="1"/>
                    <a:pt x="339" y="1091"/>
                    <a:pt x="296" y="2339"/>
                  </a:cubicBezTo>
                  <a:cubicBezTo>
                    <a:pt x="253" y="3587"/>
                    <a:pt x="422" y="4893"/>
                    <a:pt x="505" y="5436"/>
                  </a:cubicBezTo>
                  <a:cubicBezTo>
                    <a:pt x="588" y="5978"/>
                    <a:pt x="450" y="8804"/>
                    <a:pt x="288" y="9401"/>
                  </a:cubicBezTo>
                  <a:cubicBezTo>
                    <a:pt x="127" y="10000"/>
                    <a:pt x="1" y="10107"/>
                    <a:pt x="44" y="10380"/>
                  </a:cubicBezTo>
                  <a:cubicBezTo>
                    <a:pt x="44" y="10380"/>
                    <a:pt x="55" y="10379"/>
                    <a:pt x="76" y="10379"/>
                  </a:cubicBezTo>
                  <a:cubicBezTo>
                    <a:pt x="355" y="10379"/>
                    <a:pt x="2367" y="10426"/>
                    <a:pt x="3148" y="11738"/>
                  </a:cubicBezTo>
                  <a:cubicBezTo>
                    <a:pt x="3148" y="11738"/>
                    <a:pt x="3273" y="10979"/>
                    <a:pt x="3526" y="8859"/>
                  </a:cubicBezTo>
                  <a:cubicBezTo>
                    <a:pt x="3780" y="6742"/>
                    <a:pt x="4183" y="1"/>
                    <a:pt x="1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0"/>
            <p:cNvSpPr/>
            <p:nvPr/>
          </p:nvSpPr>
          <p:spPr>
            <a:xfrm>
              <a:off x="400911" y="3213155"/>
              <a:ext cx="122206" cy="23517"/>
            </a:xfrm>
            <a:custGeom>
              <a:avLst/>
              <a:gdLst/>
              <a:ahLst/>
              <a:cxnLst/>
              <a:rect l="l" t="t" r="r" b="b"/>
              <a:pathLst>
                <a:path w="3201" h="616" fill="none" extrusionOk="0">
                  <a:moveTo>
                    <a:pt x="1" y="0"/>
                  </a:moveTo>
                  <a:cubicBezTo>
                    <a:pt x="1079" y="70"/>
                    <a:pt x="2176" y="276"/>
                    <a:pt x="3200" y="616"/>
                  </a:cubicBezTo>
                </a:path>
              </a:pathLst>
            </a:custGeom>
            <a:noFill/>
            <a:ln w="175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409081" y="3038414"/>
              <a:ext cx="43217" cy="127780"/>
            </a:xfrm>
            <a:custGeom>
              <a:avLst/>
              <a:gdLst/>
              <a:ahLst/>
              <a:cxnLst/>
              <a:rect l="l" t="t" r="r" b="b"/>
              <a:pathLst>
                <a:path w="1132" h="3347" fill="none" extrusionOk="0">
                  <a:moveTo>
                    <a:pt x="0" y="1"/>
                  </a:moveTo>
                  <a:cubicBezTo>
                    <a:pt x="46" y="377"/>
                    <a:pt x="229" y="720"/>
                    <a:pt x="389" y="1064"/>
                  </a:cubicBezTo>
                  <a:cubicBezTo>
                    <a:pt x="727" y="1792"/>
                    <a:pt x="977" y="2558"/>
                    <a:pt x="1132" y="3347"/>
                  </a:cubicBezTo>
                  <a:cubicBezTo>
                    <a:pt x="874" y="3157"/>
                    <a:pt x="645" y="2924"/>
                    <a:pt x="464" y="2662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0"/>
            <p:cNvSpPr/>
            <p:nvPr/>
          </p:nvSpPr>
          <p:spPr>
            <a:xfrm>
              <a:off x="339025" y="3161462"/>
              <a:ext cx="622866" cy="745950"/>
            </a:xfrm>
            <a:custGeom>
              <a:avLst/>
              <a:gdLst/>
              <a:ahLst/>
              <a:cxnLst/>
              <a:rect l="l" t="t" r="r" b="b"/>
              <a:pathLst>
                <a:path w="16315" h="19539" extrusionOk="0">
                  <a:moveTo>
                    <a:pt x="7208" y="0"/>
                  </a:moveTo>
                  <a:cubicBezTo>
                    <a:pt x="6803" y="0"/>
                    <a:pt x="6447" y="73"/>
                    <a:pt x="6172" y="245"/>
                  </a:cubicBezTo>
                  <a:cubicBezTo>
                    <a:pt x="3471" y="1932"/>
                    <a:pt x="3144" y="5880"/>
                    <a:pt x="2233" y="8933"/>
                  </a:cubicBezTo>
                  <a:cubicBezTo>
                    <a:pt x="1701" y="10710"/>
                    <a:pt x="1382" y="11585"/>
                    <a:pt x="1065" y="13410"/>
                  </a:cubicBezTo>
                  <a:cubicBezTo>
                    <a:pt x="709" y="15453"/>
                    <a:pt x="356" y="17495"/>
                    <a:pt x="0" y="19538"/>
                  </a:cubicBezTo>
                  <a:cubicBezTo>
                    <a:pt x="1724" y="18188"/>
                    <a:pt x="4962" y="16661"/>
                    <a:pt x="8157" y="15626"/>
                  </a:cubicBezTo>
                  <a:cubicBezTo>
                    <a:pt x="9152" y="15304"/>
                    <a:pt x="13497" y="14379"/>
                    <a:pt x="16055" y="14379"/>
                  </a:cubicBezTo>
                  <a:cubicBezTo>
                    <a:pt x="16144" y="14379"/>
                    <a:pt x="16231" y="14380"/>
                    <a:pt x="16315" y="14382"/>
                  </a:cubicBezTo>
                  <a:cubicBezTo>
                    <a:pt x="15748" y="9993"/>
                    <a:pt x="13442" y="6620"/>
                    <a:pt x="13135" y="2207"/>
                  </a:cubicBezTo>
                  <a:cubicBezTo>
                    <a:pt x="13135" y="2204"/>
                    <a:pt x="9433" y="0"/>
                    <a:pt x="7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552211" y="3184330"/>
              <a:ext cx="131063" cy="90328"/>
            </a:xfrm>
            <a:custGeom>
              <a:avLst/>
              <a:gdLst/>
              <a:ahLst/>
              <a:cxnLst/>
              <a:rect l="l" t="t" r="r" b="b"/>
              <a:pathLst>
                <a:path w="3433" h="2366" fill="none" extrusionOk="0">
                  <a:moveTo>
                    <a:pt x="1" y="1491"/>
                  </a:moveTo>
                  <a:cubicBezTo>
                    <a:pt x="1" y="1491"/>
                    <a:pt x="1846" y="2365"/>
                    <a:pt x="3432" y="1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353876" y="3630173"/>
              <a:ext cx="599578" cy="191727"/>
            </a:xfrm>
            <a:custGeom>
              <a:avLst/>
              <a:gdLst/>
              <a:ahLst/>
              <a:cxnLst/>
              <a:rect l="l" t="t" r="r" b="b"/>
              <a:pathLst>
                <a:path w="15705" h="5022" fill="none" extrusionOk="0">
                  <a:moveTo>
                    <a:pt x="1" y="5021"/>
                  </a:moveTo>
                  <a:cubicBezTo>
                    <a:pt x="1" y="5021"/>
                    <a:pt x="8789" y="0"/>
                    <a:pt x="15705" y="799"/>
                  </a:cubicBezTo>
                </a:path>
              </a:pathLst>
            </a:custGeom>
            <a:noFill/>
            <a:ln w="1750" cap="flat" cmpd="sng">
              <a:solidFill>
                <a:srgbClr val="FFFFFF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371896" y="3171388"/>
              <a:ext cx="252582" cy="710369"/>
            </a:xfrm>
            <a:custGeom>
              <a:avLst/>
              <a:gdLst/>
              <a:ahLst/>
              <a:cxnLst/>
              <a:rect l="l" t="t" r="r" b="b"/>
              <a:pathLst>
                <a:path w="6616" h="18607" fill="none" extrusionOk="0">
                  <a:moveTo>
                    <a:pt x="6615" y="0"/>
                  </a:moveTo>
                  <a:cubicBezTo>
                    <a:pt x="5232" y="859"/>
                    <a:pt x="4273" y="2285"/>
                    <a:pt x="3671" y="3800"/>
                  </a:cubicBezTo>
                  <a:cubicBezTo>
                    <a:pt x="3069" y="5313"/>
                    <a:pt x="2783" y="6931"/>
                    <a:pt x="2467" y="8529"/>
                  </a:cubicBezTo>
                  <a:cubicBezTo>
                    <a:pt x="1796" y="11922"/>
                    <a:pt x="973" y="15286"/>
                    <a:pt x="0" y="18607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757609" y="3219492"/>
              <a:ext cx="28939" cy="208258"/>
            </a:xfrm>
            <a:custGeom>
              <a:avLst/>
              <a:gdLst/>
              <a:ahLst/>
              <a:cxnLst/>
              <a:rect l="l" t="t" r="r" b="b"/>
              <a:pathLst>
                <a:path w="758" h="5455" fill="none" extrusionOk="0">
                  <a:moveTo>
                    <a:pt x="512" y="0"/>
                  </a:moveTo>
                  <a:cubicBezTo>
                    <a:pt x="267" y="878"/>
                    <a:pt x="23" y="1770"/>
                    <a:pt x="11" y="2682"/>
                  </a:cubicBezTo>
                  <a:cubicBezTo>
                    <a:pt x="0" y="3652"/>
                    <a:pt x="261" y="4621"/>
                    <a:pt x="758" y="5454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903182" y="2739442"/>
              <a:ext cx="93649" cy="178976"/>
            </a:xfrm>
            <a:custGeom>
              <a:avLst/>
              <a:gdLst/>
              <a:ahLst/>
              <a:cxnLst/>
              <a:rect l="l" t="t" r="r" b="b"/>
              <a:pathLst>
                <a:path w="2453" h="4688" extrusionOk="0">
                  <a:moveTo>
                    <a:pt x="0" y="0"/>
                  </a:moveTo>
                  <a:lnTo>
                    <a:pt x="64" y="4688"/>
                  </a:lnTo>
                  <a:lnTo>
                    <a:pt x="2452" y="4688"/>
                  </a:lnTo>
                  <a:lnTo>
                    <a:pt x="2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918682" y="2756125"/>
              <a:ext cx="13057" cy="13057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74" y="0"/>
                  </a:moveTo>
                  <a:cubicBezTo>
                    <a:pt x="173" y="0"/>
                    <a:pt x="172" y="0"/>
                    <a:pt x="171" y="0"/>
                  </a:cubicBezTo>
                  <a:cubicBezTo>
                    <a:pt x="76" y="0"/>
                    <a:pt x="1" y="76"/>
                    <a:pt x="1" y="171"/>
                  </a:cubicBezTo>
                  <a:cubicBezTo>
                    <a:pt x="1" y="264"/>
                    <a:pt x="76" y="341"/>
                    <a:pt x="171" y="341"/>
                  </a:cubicBezTo>
                  <a:cubicBezTo>
                    <a:pt x="266" y="341"/>
                    <a:pt x="342" y="264"/>
                    <a:pt x="342" y="171"/>
                  </a:cubicBezTo>
                  <a:cubicBezTo>
                    <a:pt x="342" y="77"/>
                    <a:pt x="267" y="0"/>
                    <a:pt x="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918682" y="2778650"/>
              <a:ext cx="13057" cy="13057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71" y="0"/>
                  </a:moveTo>
                  <a:cubicBezTo>
                    <a:pt x="76" y="0"/>
                    <a:pt x="1" y="76"/>
                    <a:pt x="1" y="171"/>
                  </a:cubicBezTo>
                  <a:cubicBezTo>
                    <a:pt x="1" y="266"/>
                    <a:pt x="76" y="341"/>
                    <a:pt x="171" y="341"/>
                  </a:cubicBezTo>
                  <a:cubicBezTo>
                    <a:pt x="266" y="341"/>
                    <a:pt x="342" y="266"/>
                    <a:pt x="342" y="171"/>
                  </a:cubicBezTo>
                  <a:cubicBezTo>
                    <a:pt x="342" y="76"/>
                    <a:pt x="266" y="0"/>
                    <a:pt x="1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811593" y="2952971"/>
              <a:ext cx="213412" cy="260256"/>
            </a:xfrm>
            <a:custGeom>
              <a:avLst/>
              <a:gdLst/>
              <a:ahLst/>
              <a:cxnLst/>
              <a:rect l="l" t="t" r="r" b="b"/>
              <a:pathLst>
                <a:path w="5590" h="6817" extrusionOk="0">
                  <a:moveTo>
                    <a:pt x="4355" y="0"/>
                  </a:moveTo>
                  <a:cubicBezTo>
                    <a:pt x="3836" y="257"/>
                    <a:pt x="515" y="3947"/>
                    <a:pt x="1" y="4283"/>
                  </a:cubicBezTo>
                  <a:cubicBezTo>
                    <a:pt x="1" y="4283"/>
                    <a:pt x="150" y="6403"/>
                    <a:pt x="1375" y="6817"/>
                  </a:cubicBezTo>
                  <a:cubicBezTo>
                    <a:pt x="1375" y="6817"/>
                    <a:pt x="4356" y="2764"/>
                    <a:pt x="5590" y="1022"/>
                  </a:cubicBezTo>
                  <a:lnTo>
                    <a:pt x="4355" y="0"/>
                  </a:ln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909558" y="2823853"/>
              <a:ext cx="138546" cy="168859"/>
            </a:xfrm>
            <a:custGeom>
              <a:avLst/>
              <a:gdLst/>
              <a:ahLst/>
              <a:cxnLst/>
              <a:rect l="l" t="t" r="r" b="b"/>
              <a:pathLst>
                <a:path w="3629" h="4423" extrusionOk="0">
                  <a:moveTo>
                    <a:pt x="1485" y="1"/>
                  </a:moveTo>
                  <a:cubicBezTo>
                    <a:pt x="1358" y="1"/>
                    <a:pt x="1137" y="807"/>
                    <a:pt x="1827" y="1474"/>
                  </a:cubicBezTo>
                  <a:cubicBezTo>
                    <a:pt x="1827" y="1474"/>
                    <a:pt x="1040" y="853"/>
                    <a:pt x="581" y="428"/>
                  </a:cubicBezTo>
                  <a:cubicBezTo>
                    <a:pt x="568" y="417"/>
                    <a:pt x="558" y="411"/>
                    <a:pt x="551" y="411"/>
                  </a:cubicBezTo>
                  <a:cubicBezTo>
                    <a:pt x="429" y="411"/>
                    <a:pt x="804" y="1674"/>
                    <a:pt x="1560" y="1786"/>
                  </a:cubicBezTo>
                  <a:cubicBezTo>
                    <a:pt x="1560" y="1786"/>
                    <a:pt x="647" y="1781"/>
                    <a:pt x="287" y="1678"/>
                  </a:cubicBezTo>
                  <a:cubicBezTo>
                    <a:pt x="264" y="1671"/>
                    <a:pt x="244" y="1668"/>
                    <a:pt x="227" y="1668"/>
                  </a:cubicBezTo>
                  <a:cubicBezTo>
                    <a:pt x="1" y="1668"/>
                    <a:pt x="326" y="2227"/>
                    <a:pt x="1211" y="2227"/>
                  </a:cubicBezTo>
                  <a:cubicBezTo>
                    <a:pt x="1290" y="2227"/>
                    <a:pt x="1373" y="2222"/>
                    <a:pt x="1461" y="2213"/>
                  </a:cubicBezTo>
                  <a:lnTo>
                    <a:pt x="1461" y="2213"/>
                  </a:lnTo>
                  <a:cubicBezTo>
                    <a:pt x="1461" y="2213"/>
                    <a:pt x="1323" y="2929"/>
                    <a:pt x="1789" y="3381"/>
                  </a:cubicBezTo>
                  <a:cubicBezTo>
                    <a:pt x="1789" y="3382"/>
                    <a:pt x="1709" y="4423"/>
                    <a:pt x="2764" y="4423"/>
                  </a:cubicBezTo>
                  <a:cubicBezTo>
                    <a:pt x="2844" y="4423"/>
                    <a:pt x="2930" y="4417"/>
                    <a:pt x="3024" y="4404"/>
                  </a:cubicBezTo>
                  <a:cubicBezTo>
                    <a:pt x="3024" y="4404"/>
                    <a:pt x="3628" y="3623"/>
                    <a:pt x="3477" y="2985"/>
                  </a:cubicBezTo>
                  <a:cubicBezTo>
                    <a:pt x="3359" y="2490"/>
                    <a:pt x="2866" y="2045"/>
                    <a:pt x="2542" y="481"/>
                  </a:cubicBezTo>
                  <a:cubicBezTo>
                    <a:pt x="2523" y="389"/>
                    <a:pt x="2491" y="349"/>
                    <a:pt x="2457" y="349"/>
                  </a:cubicBezTo>
                  <a:cubicBezTo>
                    <a:pt x="2336" y="349"/>
                    <a:pt x="2176" y="852"/>
                    <a:pt x="2371" y="1307"/>
                  </a:cubicBezTo>
                  <a:cubicBezTo>
                    <a:pt x="2371" y="1307"/>
                    <a:pt x="1654" y="449"/>
                    <a:pt x="1531" y="54"/>
                  </a:cubicBezTo>
                  <a:cubicBezTo>
                    <a:pt x="1519" y="18"/>
                    <a:pt x="1503" y="1"/>
                    <a:pt x="1485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0"/>
            <p:cNvSpPr/>
            <p:nvPr/>
          </p:nvSpPr>
          <p:spPr>
            <a:xfrm>
              <a:off x="688049" y="2892306"/>
              <a:ext cx="137286" cy="147976"/>
            </a:xfrm>
            <a:custGeom>
              <a:avLst/>
              <a:gdLst/>
              <a:ahLst/>
              <a:cxnLst/>
              <a:rect l="l" t="t" r="r" b="b"/>
              <a:pathLst>
                <a:path w="3596" h="3876" extrusionOk="0">
                  <a:moveTo>
                    <a:pt x="284" y="0"/>
                  </a:moveTo>
                  <a:lnTo>
                    <a:pt x="284" y="0"/>
                  </a:lnTo>
                  <a:cubicBezTo>
                    <a:pt x="0" y="1979"/>
                    <a:pt x="2722" y="3875"/>
                    <a:pt x="2722" y="3875"/>
                  </a:cubicBezTo>
                  <a:cubicBezTo>
                    <a:pt x="2722" y="3875"/>
                    <a:pt x="3595" y="764"/>
                    <a:pt x="2722" y="418"/>
                  </a:cubicBezTo>
                  <a:cubicBezTo>
                    <a:pt x="1851" y="71"/>
                    <a:pt x="284" y="0"/>
                    <a:pt x="2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437104" y="2846264"/>
              <a:ext cx="442630" cy="418884"/>
            </a:xfrm>
            <a:custGeom>
              <a:avLst/>
              <a:gdLst/>
              <a:ahLst/>
              <a:cxnLst/>
              <a:rect l="l" t="t" r="r" b="b"/>
              <a:pathLst>
                <a:path w="11594" h="10972" extrusionOk="0">
                  <a:moveTo>
                    <a:pt x="956" y="1"/>
                  </a:moveTo>
                  <a:cubicBezTo>
                    <a:pt x="817" y="1"/>
                    <a:pt x="699" y="14"/>
                    <a:pt x="612" y="42"/>
                  </a:cubicBezTo>
                  <a:cubicBezTo>
                    <a:pt x="0" y="246"/>
                    <a:pt x="1406" y="3084"/>
                    <a:pt x="1938" y="4678"/>
                  </a:cubicBezTo>
                  <a:cubicBezTo>
                    <a:pt x="2049" y="5006"/>
                    <a:pt x="2120" y="5283"/>
                    <a:pt x="2132" y="5471"/>
                  </a:cubicBezTo>
                  <a:cubicBezTo>
                    <a:pt x="2178" y="6293"/>
                    <a:pt x="2765" y="6810"/>
                    <a:pt x="3113" y="7197"/>
                  </a:cubicBezTo>
                  <a:cubicBezTo>
                    <a:pt x="3235" y="7330"/>
                    <a:pt x="3327" y="7449"/>
                    <a:pt x="3358" y="7560"/>
                  </a:cubicBezTo>
                  <a:cubicBezTo>
                    <a:pt x="3483" y="7990"/>
                    <a:pt x="2683" y="8728"/>
                    <a:pt x="2562" y="8973"/>
                  </a:cubicBezTo>
                  <a:cubicBezTo>
                    <a:pt x="2552" y="8993"/>
                    <a:pt x="2555" y="9002"/>
                    <a:pt x="2574" y="9002"/>
                  </a:cubicBezTo>
                  <a:cubicBezTo>
                    <a:pt x="2659" y="9002"/>
                    <a:pt x="3054" y="8835"/>
                    <a:pt x="3899" y="8835"/>
                  </a:cubicBezTo>
                  <a:cubicBezTo>
                    <a:pt x="5142" y="8835"/>
                    <a:pt x="7361" y="9195"/>
                    <a:pt x="11008" y="10971"/>
                  </a:cubicBezTo>
                  <a:cubicBezTo>
                    <a:pt x="11008" y="10971"/>
                    <a:pt x="11134" y="10134"/>
                    <a:pt x="11008" y="9069"/>
                  </a:cubicBezTo>
                  <a:cubicBezTo>
                    <a:pt x="10922" y="8329"/>
                    <a:pt x="10618" y="6927"/>
                    <a:pt x="10618" y="6927"/>
                  </a:cubicBezTo>
                  <a:cubicBezTo>
                    <a:pt x="10618" y="6927"/>
                    <a:pt x="11593" y="6491"/>
                    <a:pt x="11541" y="5262"/>
                  </a:cubicBezTo>
                  <a:cubicBezTo>
                    <a:pt x="11492" y="4036"/>
                    <a:pt x="8520" y="1566"/>
                    <a:pt x="6857" y="1208"/>
                  </a:cubicBezTo>
                  <a:cubicBezTo>
                    <a:pt x="5760" y="970"/>
                    <a:pt x="4267" y="711"/>
                    <a:pt x="4267" y="711"/>
                  </a:cubicBezTo>
                  <a:cubicBezTo>
                    <a:pt x="4267" y="711"/>
                    <a:pt x="1997" y="1"/>
                    <a:pt x="9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0"/>
            <p:cNvSpPr/>
            <p:nvPr/>
          </p:nvSpPr>
          <p:spPr>
            <a:xfrm>
              <a:off x="529839" y="2973282"/>
              <a:ext cx="47646" cy="147747"/>
            </a:xfrm>
            <a:custGeom>
              <a:avLst/>
              <a:gdLst/>
              <a:ahLst/>
              <a:cxnLst/>
              <a:rect l="l" t="t" r="r" b="b"/>
              <a:pathLst>
                <a:path w="1248" h="3870" extrusionOk="0">
                  <a:moveTo>
                    <a:pt x="1" y="1"/>
                  </a:moveTo>
                  <a:lnTo>
                    <a:pt x="1" y="1"/>
                  </a:lnTo>
                  <a:cubicBezTo>
                    <a:pt x="112" y="1035"/>
                    <a:pt x="120" y="2166"/>
                    <a:pt x="84" y="3179"/>
                  </a:cubicBezTo>
                  <a:cubicBezTo>
                    <a:pt x="280" y="3455"/>
                    <a:pt x="511" y="3679"/>
                    <a:pt x="683" y="3870"/>
                  </a:cubicBezTo>
                  <a:cubicBezTo>
                    <a:pt x="1248" y="166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0"/>
            <p:cNvSpPr/>
            <p:nvPr/>
          </p:nvSpPr>
          <p:spPr>
            <a:xfrm>
              <a:off x="771697" y="2927163"/>
              <a:ext cx="34016" cy="26419"/>
            </a:xfrm>
            <a:custGeom>
              <a:avLst/>
              <a:gdLst/>
              <a:ahLst/>
              <a:cxnLst/>
              <a:rect l="l" t="t" r="r" b="b"/>
              <a:pathLst>
                <a:path w="891" h="692" fill="none" extrusionOk="0">
                  <a:moveTo>
                    <a:pt x="1" y="0"/>
                  </a:moveTo>
                  <a:cubicBezTo>
                    <a:pt x="257" y="276"/>
                    <a:pt x="559" y="510"/>
                    <a:pt x="890" y="691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0"/>
            <p:cNvSpPr/>
            <p:nvPr/>
          </p:nvSpPr>
          <p:spPr>
            <a:xfrm>
              <a:off x="660331" y="3066093"/>
              <a:ext cx="79218" cy="22448"/>
            </a:xfrm>
            <a:custGeom>
              <a:avLst/>
              <a:gdLst/>
              <a:ahLst/>
              <a:cxnLst/>
              <a:rect l="l" t="t" r="r" b="b"/>
              <a:pathLst>
                <a:path w="2075" h="588" fill="none" extrusionOk="0">
                  <a:moveTo>
                    <a:pt x="0" y="492"/>
                  </a:moveTo>
                  <a:cubicBezTo>
                    <a:pt x="721" y="588"/>
                    <a:pt x="1474" y="410"/>
                    <a:pt x="2074" y="1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801399" y="3110723"/>
              <a:ext cx="40964" cy="7674"/>
            </a:xfrm>
            <a:custGeom>
              <a:avLst/>
              <a:gdLst/>
              <a:ahLst/>
              <a:cxnLst/>
              <a:rect l="l" t="t" r="r" b="b"/>
              <a:pathLst>
                <a:path w="1073" h="201" fill="none" extrusionOk="0">
                  <a:moveTo>
                    <a:pt x="1073" y="0"/>
                  </a:moveTo>
                  <a:cubicBezTo>
                    <a:pt x="1073" y="0"/>
                    <a:pt x="582" y="200"/>
                    <a:pt x="1" y="90"/>
                  </a:cubicBezTo>
                </a:path>
              </a:pathLst>
            </a:custGeom>
            <a:noFill/>
            <a:ln w="175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555838" y="3119466"/>
              <a:ext cx="303740" cy="109340"/>
            </a:xfrm>
            <a:custGeom>
              <a:avLst/>
              <a:gdLst/>
              <a:ahLst/>
              <a:cxnLst/>
              <a:rect l="l" t="t" r="r" b="b"/>
              <a:pathLst>
                <a:path w="7956" h="2864" fill="none" extrusionOk="0">
                  <a:moveTo>
                    <a:pt x="0" y="1101"/>
                  </a:moveTo>
                  <a:cubicBezTo>
                    <a:pt x="0" y="1101"/>
                    <a:pt x="1926" y="1"/>
                    <a:pt x="7955" y="2863"/>
                  </a:cubicBezTo>
                </a:path>
              </a:pathLst>
            </a:custGeom>
            <a:noFill/>
            <a:ln w="1750" cap="flat" cmpd="sng">
              <a:solidFill>
                <a:schemeClr val="lt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0"/>
            <p:cNvSpPr/>
            <p:nvPr/>
          </p:nvSpPr>
          <p:spPr>
            <a:xfrm>
              <a:off x="599972" y="2767083"/>
              <a:ext cx="131636" cy="199057"/>
            </a:xfrm>
            <a:custGeom>
              <a:avLst/>
              <a:gdLst/>
              <a:ahLst/>
              <a:cxnLst/>
              <a:rect l="l" t="t" r="r" b="b"/>
              <a:pathLst>
                <a:path w="3448" h="5214" extrusionOk="0">
                  <a:moveTo>
                    <a:pt x="134" y="1"/>
                  </a:moveTo>
                  <a:lnTo>
                    <a:pt x="1" y="2784"/>
                  </a:lnTo>
                  <a:cubicBezTo>
                    <a:pt x="1" y="2784"/>
                    <a:pt x="589" y="5213"/>
                    <a:pt x="1704" y="5213"/>
                  </a:cubicBezTo>
                  <a:cubicBezTo>
                    <a:pt x="1704" y="5213"/>
                    <a:pt x="1705" y="5213"/>
                    <a:pt x="1706" y="5213"/>
                  </a:cubicBezTo>
                  <a:cubicBezTo>
                    <a:pt x="3448" y="5207"/>
                    <a:pt x="2591" y="3280"/>
                    <a:pt x="2591" y="3280"/>
                  </a:cubicBezTo>
                  <a:lnTo>
                    <a:pt x="2146" y="382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622459" y="2781628"/>
              <a:ext cx="69827" cy="67918"/>
            </a:xfrm>
            <a:custGeom>
              <a:avLst/>
              <a:gdLst/>
              <a:ahLst/>
              <a:cxnLst/>
              <a:rect l="l" t="t" r="r" b="b"/>
              <a:pathLst>
                <a:path w="1829" h="1779" extrusionOk="0">
                  <a:moveTo>
                    <a:pt x="1560" y="1"/>
                  </a:moveTo>
                  <a:lnTo>
                    <a:pt x="0" y="84"/>
                  </a:lnTo>
                  <a:cubicBezTo>
                    <a:pt x="0" y="84"/>
                    <a:pt x="117" y="1778"/>
                    <a:pt x="1545" y="1778"/>
                  </a:cubicBezTo>
                  <a:cubicBezTo>
                    <a:pt x="1634" y="1778"/>
                    <a:pt x="1729" y="1772"/>
                    <a:pt x="1828" y="1758"/>
                  </a:cubicBezTo>
                  <a:lnTo>
                    <a:pt x="1560" y="1"/>
                  </a:lnTo>
                  <a:close/>
                </a:path>
              </a:pathLst>
            </a:custGeom>
            <a:solidFill>
              <a:srgbClr val="33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592183" y="2653923"/>
              <a:ext cx="137401" cy="172906"/>
            </a:xfrm>
            <a:custGeom>
              <a:avLst/>
              <a:gdLst/>
              <a:ahLst/>
              <a:cxnLst/>
              <a:rect l="l" t="t" r="r" b="b"/>
              <a:pathLst>
                <a:path w="3599" h="4529" extrusionOk="0">
                  <a:moveTo>
                    <a:pt x="1858" y="1"/>
                  </a:moveTo>
                  <a:cubicBezTo>
                    <a:pt x="1355" y="1"/>
                    <a:pt x="876" y="192"/>
                    <a:pt x="687" y="437"/>
                  </a:cubicBezTo>
                  <a:cubicBezTo>
                    <a:pt x="100" y="1199"/>
                    <a:pt x="0" y="2495"/>
                    <a:pt x="392" y="3356"/>
                  </a:cubicBezTo>
                  <a:cubicBezTo>
                    <a:pt x="692" y="4017"/>
                    <a:pt x="1489" y="4528"/>
                    <a:pt x="2241" y="4528"/>
                  </a:cubicBezTo>
                  <a:cubicBezTo>
                    <a:pt x="2473" y="4528"/>
                    <a:pt x="2701" y="4480"/>
                    <a:pt x="2909" y="4372"/>
                  </a:cubicBezTo>
                  <a:cubicBezTo>
                    <a:pt x="3442" y="4096"/>
                    <a:pt x="3598" y="3592"/>
                    <a:pt x="3570" y="2875"/>
                  </a:cubicBezTo>
                  <a:cubicBezTo>
                    <a:pt x="3564" y="2701"/>
                    <a:pt x="3548" y="2516"/>
                    <a:pt x="3521" y="2317"/>
                  </a:cubicBezTo>
                  <a:cubicBezTo>
                    <a:pt x="3483" y="1988"/>
                    <a:pt x="3420" y="1623"/>
                    <a:pt x="3348" y="1226"/>
                  </a:cubicBezTo>
                  <a:cubicBezTo>
                    <a:pt x="3183" y="313"/>
                    <a:pt x="2501" y="1"/>
                    <a:pt x="1858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574163" y="2642355"/>
              <a:ext cx="184855" cy="100560"/>
            </a:xfrm>
            <a:custGeom>
              <a:avLst/>
              <a:gdLst/>
              <a:ahLst/>
              <a:cxnLst/>
              <a:rect l="l" t="t" r="r" b="b"/>
              <a:pathLst>
                <a:path w="4842" h="2634" extrusionOk="0">
                  <a:moveTo>
                    <a:pt x="1842" y="0"/>
                  </a:moveTo>
                  <a:cubicBezTo>
                    <a:pt x="928" y="0"/>
                    <a:pt x="0" y="424"/>
                    <a:pt x="308" y="2467"/>
                  </a:cubicBezTo>
                  <a:cubicBezTo>
                    <a:pt x="308" y="2469"/>
                    <a:pt x="485" y="2633"/>
                    <a:pt x="733" y="2633"/>
                  </a:cubicBezTo>
                  <a:cubicBezTo>
                    <a:pt x="1060" y="2633"/>
                    <a:pt x="1510" y="2345"/>
                    <a:pt x="1835" y="1009"/>
                  </a:cubicBezTo>
                  <a:cubicBezTo>
                    <a:pt x="1835" y="1009"/>
                    <a:pt x="2974" y="2040"/>
                    <a:pt x="4304" y="2040"/>
                  </a:cubicBezTo>
                  <a:cubicBezTo>
                    <a:pt x="4394" y="2040"/>
                    <a:pt x="4484" y="2036"/>
                    <a:pt x="4576" y="2026"/>
                  </a:cubicBezTo>
                  <a:cubicBezTo>
                    <a:pt x="4576" y="2026"/>
                    <a:pt x="4841" y="546"/>
                    <a:pt x="2892" y="135"/>
                  </a:cubicBezTo>
                  <a:cubicBezTo>
                    <a:pt x="2605" y="75"/>
                    <a:pt x="2225" y="0"/>
                    <a:pt x="18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628682" y="2753033"/>
              <a:ext cx="31115" cy="21418"/>
            </a:xfrm>
            <a:custGeom>
              <a:avLst/>
              <a:gdLst/>
              <a:ahLst/>
              <a:cxnLst/>
              <a:rect l="l" t="t" r="r" b="b"/>
              <a:pathLst>
                <a:path w="815" h="561" extrusionOk="0">
                  <a:moveTo>
                    <a:pt x="408" y="1"/>
                  </a:moveTo>
                  <a:cubicBezTo>
                    <a:pt x="402" y="1"/>
                    <a:pt x="395" y="1"/>
                    <a:pt x="389" y="1"/>
                  </a:cubicBezTo>
                  <a:cubicBezTo>
                    <a:pt x="169" y="6"/>
                    <a:pt x="0" y="138"/>
                    <a:pt x="12" y="293"/>
                  </a:cubicBezTo>
                  <a:cubicBezTo>
                    <a:pt x="22" y="443"/>
                    <a:pt x="197" y="561"/>
                    <a:pt x="408" y="561"/>
                  </a:cubicBezTo>
                  <a:cubicBezTo>
                    <a:pt x="414" y="561"/>
                    <a:pt x="421" y="560"/>
                    <a:pt x="427" y="560"/>
                  </a:cubicBezTo>
                  <a:cubicBezTo>
                    <a:pt x="645" y="553"/>
                    <a:pt x="814" y="421"/>
                    <a:pt x="804" y="268"/>
                  </a:cubicBezTo>
                  <a:cubicBezTo>
                    <a:pt x="792" y="117"/>
                    <a:pt x="618" y="1"/>
                    <a:pt x="408" y="1"/>
                  </a:cubicBezTo>
                  <a:close/>
                </a:path>
              </a:pathLst>
            </a:custGeom>
            <a:solidFill>
              <a:srgbClr val="FF7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713132" y="2742381"/>
              <a:ext cx="15347" cy="21303"/>
            </a:xfrm>
            <a:custGeom>
              <a:avLst/>
              <a:gdLst/>
              <a:ahLst/>
              <a:cxnLst/>
              <a:rect l="l" t="t" r="r" b="b"/>
              <a:pathLst>
                <a:path w="402" h="558" extrusionOk="0">
                  <a:moveTo>
                    <a:pt x="353" y="0"/>
                  </a:moveTo>
                  <a:cubicBezTo>
                    <a:pt x="150" y="19"/>
                    <a:pt x="0" y="145"/>
                    <a:pt x="9" y="291"/>
                  </a:cubicBezTo>
                  <a:cubicBezTo>
                    <a:pt x="19" y="442"/>
                    <a:pt x="193" y="558"/>
                    <a:pt x="402" y="558"/>
                  </a:cubicBezTo>
                  <a:cubicBezTo>
                    <a:pt x="396" y="386"/>
                    <a:pt x="380" y="199"/>
                    <a:pt x="353" y="0"/>
                  </a:cubicBezTo>
                  <a:close/>
                </a:path>
              </a:pathLst>
            </a:custGeom>
            <a:solidFill>
              <a:srgbClr val="FF7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656857" y="2729057"/>
              <a:ext cx="8590" cy="10537"/>
            </a:xfrm>
            <a:custGeom>
              <a:avLst/>
              <a:gdLst/>
              <a:ahLst/>
              <a:cxnLst/>
              <a:rect l="l" t="t" r="r" b="b"/>
              <a:pathLst>
                <a:path w="225" h="276" extrusionOk="0">
                  <a:moveTo>
                    <a:pt x="106" y="0"/>
                  </a:moveTo>
                  <a:cubicBezTo>
                    <a:pt x="102" y="0"/>
                    <a:pt x="99" y="0"/>
                    <a:pt x="96" y="1"/>
                  </a:cubicBezTo>
                  <a:cubicBezTo>
                    <a:pt x="38" y="8"/>
                    <a:pt x="1" y="75"/>
                    <a:pt x="10" y="150"/>
                  </a:cubicBezTo>
                  <a:cubicBezTo>
                    <a:pt x="18" y="223"/>
                    <a:pt x="67" y="276"/>
                    <a:pt x="119" y="276"/>
                  </a:cubicBezTo>
                  <a:cubicBezTo>
                    <a:pt x="123" y="276"/>
                    <a:pt x="126" y="275"/>
                    <a:pt x="130" y="275"/>
                  </a:cubicBezTo>
                  <a:cubicBezTo>
                    <a:pt x="187" y="268"/>
                    <a:pt x="224" y="201"/>
                    <a:pt x="216" y="125"/>
                  </a:cubicBezTo>
                  <a:cubicBezTo>
                    <a:pt x="207" y="53"/>
                    <a:pt x="158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702824" y="2725201"/>
              <a:ext cx="8628" cy="10575"/>
            </a:xfrm>
            <a:custGeom>
              <a:avLst/>
              <a:gdLst/>
              <a:ahLst/>
              <a:cxnLst/>
              <a:rect l="l" t="t" r="r" b="b"/>
              <a:pathLst>
                <a:path w="226" h="277" extrusionOk="0">
                  <a:moveTo>
                    <a:pt x="106" y="0"/>
                  </a:moveTo>
                  <a:cubicBezTo>
                    <a:pt x="102" y="0"/>
                    <a:pt x="99" y="0"/>
                    <a:pt x="95" y="1"/>
                  </a:cubicBezTo>
                  <a:cubicBezTo>
                    <a:pt x="37" y="10"/>
                    <a:pt x="0" y="77"/>
                    <a:pt x="11" y="152"/>
                  </a:cubicBezTo>
                  <a:cubicBezTo>
                    <a:pt x="19" y="222"/>
                    <a:pt x="66" y="276"/>
                    <a:pt x="119" y="276"/>
                  </a:cubicBezTo>
                  <a:cubicBezTo>
                    <a:pt x="123" y="276"/>
                    <a:pt x="127" y="276"/>
                    <a:pt x="131" y="275"/>
                  </a:cubicBezTo>
                  <a:cubicBezTo>
                    <a:pt x="189" y="269"/>
                    <a:pt x="226" y="201"/>
                    <a:pt x="215" y="125"/>
                  </a:cubicBezTo>
                  <a:cubicBezTo>
                    <a:pt x="207" y="54"/>
                    <a:pt x="159" y="0"/>
                    <a:pt x="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647656" y="2710121"/>
              <a:ext cx="16531" cy="18172"/>
            </a:xfrm>
            <a:custGeom>
              <a:avLst/>
              <a:gdLst/>
              <a:ahLst/>
              <a:cxnLst/>
              <a:rect l="l" t="t" r="r" b="b"/>
              <a:pathLst>
                <a:path w="433" h="476" fill="none" extrusionOk="0">
                  <a:moveTo>
                    <a:pt x="433" y="303"/>
                  </a:moveTo>
                  <a:cubicBezTo>
                    <a:pt x="156" y="0"/>
                    <a:pt x="0" y="476"/>
                    <a:pt x="53" y="369"/>
                  </a:cubicBezTo>
                </a:path>
              </a:pathLst>
            </a:custGeom>
            <a:noFill/>
            <a:ln w="2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0"/>
            <p:cNvSpPr/>
            <p:nvPr/>
          </p:nvSpPr>
          <p:spPr>
            <a:xfrm>
              <a:off x="694348" y="2702676"/>
              <a:ext cx="16531" cy="18211"/>
            </a:xfrm>
            <a:custGeom>
              <a:avLst/>
              <a:gdLst/>
              <a:ahLst/>
              <a:cxnLst/>
              <a:rect l="l" t="t" r="r" b="b"/>
              <a:pathLst>
                <a:path w="433" h="477" fill="none" extrusionOk="0">
                  <a:moveTo>
                    <a:pt x="433" y="303"/>
                  </a:moveTo>
                  <a:cubicBezTo>
                    <a:pt x="156" y="1"/>
                    <a:pt x="0" y="477"/>
                    <a:pt x="53" y="370"/>
                  </a:cubicBezTo>
                </a:path>
              </a:pathLst>
            </a:custGeom>
            <a:noFill/>
            <a:ln w="26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0"/>
            <p:cNvSpPr/>
            <p:nvPr/>
          </p:nvSpPr>
          <p:spPr>
            <a:xfrm>
              <a:off x="561183" y="2732837"/>
              <a:ext cx="66925" cy="50967"/>
            </a:xfrm>
            <a:custGeom>
              <a:avLst/>
              <a:gdLst/>
              <a:ahLst/>
              <a:cxnLst/>
              <a:rect l="l" t="t" r="r" b="b"/>
              <a:pathLst>
                <a:path w="1753" h="1335" extrusionOk="0">
                  <a:moveTo>
                    <a:pt x="410" y="1"/>
                  </a:moveTo>
                  <a:cubicBezTo>
                    <a:pt x="163" y="1"/>
                    <a:pt x="1" y="138"/>
                    <a:pt x="16" y="529"/>
                  </a:cubicBezTo>
                  <a:cubicBezTo>
                    <a:pt x="35" y="1032"/>
                    <a:pt x="424" y="1334"/>
                    <a:pt x="828" y="1334"/>
                  </a:cubicBezTo>
                  <a:cubicBezTo>
                    <a:pt x="973" y="1334"/>
                    <a:pt x="1120" y="1295"/>
                    <a:pt x="1252" y="1212"/>
                  </a:cubicBezTo>
                  <a:cubicBezTo>
                    <a:pt x="1752" y="896"/>
                    <a:pt x="1478" y="363"/>
                    <a:pt x="1069" y="183"/>
                  </a:cubicBezTo>
                  <a:cubicBezTo>
                    <a:pt x="828" y="78"/>
                    <a:pt x="595" y="1"/>
                    <a:pt x="410" y="1"/>
                  </a:cubicBezTo>
                  <a:close/>
                </a:path>
              </a:pathLst>
            </a:custGeom>
            <a:solidFill>
              <a:srgbClr val="FF9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0"/>
            <p:cNvSpPr/>
            <p:nvPr/>
          </p:nvSpPr>
          <p:spPr>
            <a:xfrm>
              <a:off x="575881" y="2745550"/>
              <a:ext cx="22716" cy="24090"/>
            </a:xfrm>
            <a:custGeom>
              <a:avLst/>
              <a:gdLst/>
              <a:ahLst/>
              <a:cxnLst/>
              <a:rect l="l" t="t" r="r" b="b"/>
              <a:pathLst>
                <a:path w="595" h="631" fill="none" extrusionOk="0">
                  <a:moveTo>
                    <a:pt x="0" y="43"/>
                  </a:moveTo>
                  <a:cubicBezTo>
                    <a:pt x="0" y="43"/>
                    <a:pt x="595" y="0"/>
                    <a:pt x="512" y="630"/>
                  </a:cubicBezTo>
                </a:path>
              </a:pathLst>
            </a:custGeom>
            <a:noFill/>
            <a:ln w="1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584548" y="2755667"/>
              <a:ext cx="9010" cy="5879"/>
            </a:xfrm>
            <a:custGeom>
              <a:avLst/>
              <a:gdLst/>
              <a:ahLst/>
              <a:cxnLst/>
              <a:rect l="l" t="t" r="r" b="b"/>
              <a:pathLst>
                <a:path w="236" h="154" fill="none" extrusionOk="0">
                  <a:moveTo>
                    <a:pt x="236" y="0"/>
                  </a:moveTo>
                  <a:lnTo>
                    <a:pt x="0" y="153"/>
                  </a:lnTo>
                </a:path>
              </a:pathLst>
            </a:custGeom>
            <a:noFill/>
            <a:ln w="1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0"/>
            <p:cNvSpPr/>
            <p:nvPr/>
          </p:nvSpPr>
          <p:spPr>
            <a:xfrm>
              <a:off x="685223" y="2731959"/>
              <a:ext cx="13973" cy="29129"/>
            </a:xfrm>
            <a:custGeom>
              <a:avLst/>
              <a:gdLst/>
              <a:ahLst/>
              <a:cxnLst/>
              <a:rect l="l" t="t" r="r" b="b"/>
              <a:pathLst>
                <a:path w="366" h="763" fill="none" extrusionOk="0">
                  <a:moveTo>
                    <a:pt x="94" y="762"/>
                  </a:moveTo>
                  <a:cubicBezTo>
                    <a:pt x="165" y="761"/>
                    <a:pt x="349" y="681"/>
                    <a:pt x="358" y="541"/>
                  </a:cubicBezTo>
                  <a:cubicBezTo>
                    <a:pt x="365" y="409"/>
                    <a:pt x="134" y="549"/>
                    <a:pt x="67" y="356"/>
                  </a:cubicBezTo>
                  <a:lnTo>
                    <a:pt x="0" y="0"/>
                  </a:lnTo>
                </a:path>
              </a:pathLst>
            </a:custGeom>
            <a:noFill/>
            <a:ln w="1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0"/>
            <p:cNvSpPr/>
            <p:nvPr/>
          </p:nvSpPr>
          <p:spPr>
            <a:xfrm>
              <a:off x="662622" y="2777696"/>
              <a:ext cx="41308" cy="21227"/>
            </a:xfrm>
            <a:custGeom>
              <a:avLst/>
              <a:gdLst/>
              <a:ahLst/>
              <a:cxnLst/>
              <a:rect l="l" t="t" r="r" b="b"/>
              <a:pathLst>
                <a:path w="1082" h="556" extrusionOk="0">
                  <a:moveTo>
                    <a:pt x="1082" y="0"/>
                  </a:moveTo>
                  <a:lnTo>
                    <a:pt x="1082" y="0"/>
                  </a:lnTo>
                  <a:cubicBezTo>
                    <a:pt x="778" y="56"/>
                    <a:pt x="535" y="71"/>
                    <a:pt x="356" y="71"/>
                  </a:cubicBezTo>
                  <a:cubicBezTo>
                    <a:pt x="123" y="71"/>
                    <a:pt x="1" y="45"/>
                    <a:pt x="1" y="45"/>
                  </a:cubicBezTo>
                  <a:lnTo>
                    <a:pt x="1" y="45"/>
                  </a:lnTo>
                  <a:cubicBezTo>
                    <a:pt x="1" y="45"/>
                    <a:pt x="22" y="526"/>
                    <a:pt x="463" y="555"/>
                  </a:cubicBezTo>
                  <a:cubicBezTo>
                    <a:pt x="477" y="555"/>
                    <a:pt x="490" y="556"/>
                    <a:pt x="503" y="556"/>
                  </a:cubicBezTo>
                  <a:cubicBezTo>
                    <a:pt x="985" y="556"/>
                    <a:pt x="1082" y="0"/>
                    <a:pt x="10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6" name="Google Shape;946;p40"/>
          <p:cNvGrpSpPr/>
          <p:nvPr/>
        </p:nvGrpSpPr>
        <p:grpSpPr>
          <a:xfrm>
            <a:off x="7427765" y="1152787"/>
            <a:ext cx="564714" cy="750503"/>
            <a:chOff x="7396503" y="613546"/>
            <a:chExt cx="736552" cy="978875"/>
          </a:xfrm>
        </p:grpSpPr>
        <p:sp>
          <p:nvSpPr>
            <p:cNvPr id="947" name="Google Shape;947;p40"/>
            <p:cNvSpPr/>
            <p:nvPr/>
          </p:nvSpPr>
          <p:spPr>
            <a:xfrm rot="-1149736">
              <a:off x="7458450" y="688837"/>
              <a:ext cx="537783" cy="468222"/>
            </a:xfrm>
            <a:custGeom>
              <a:avLst/>
              <a:gdLst/>
              <a:ahLst/>
              <a:cxnLst/>
              <a:rect l="l" t="t" r="r" b="b"/>
              <a:pathLst>
                <a:path w="6958" h="6058" extrusionOk="0">
                  <a:moveTo>
                    <a:pt x="3903" y="1"/>
                  </a:moveTo>
                  <a:cubicBezTo>
                    <a:pt x="3640" y="1"/>
                    <a:pt x="3429" y="195"/>
                    <a:pt x="3429" y="435"/>
                  </a:cubicBezTo>
                  <a:lnTo>
                    <a:pt x="3429" y="898"/>
                  </a:lnTo>
                  <a:cubicBezTo>
                    <a:pt x="3304" y="2429"/>
                    <a:pt x="2141" y="2828"/>
                    <a:pt x="2141" y="2828"/>
                  </a:cubicBezTo>
                  <a:lnTo>
                    <a:pt x="2141" y="2396"/>
                  </a:lnTo>
                  <a:lnTo>
                    <a:pt x="0" y="2396"/>
                  </a:lnTo>
                  <a:lnTo>
                    <a:pt x="0" y="6058"/>
                  </a:lnTo>
                  <a:lnTo>
                    <a:pt x="2141" y="6058"/>
                  </a:lnTo>
                  <a:lnTo>
                    <a:pt x="2141" y="5594"/>
                  </a:lnTo>
                  <a:cubicBezTo>
                    <a:pt x="2141" y="5594"/>
                    <a:pt x="2633" y="5935"/>
                    <a:pt x="4016" y="5954"/>
                  </a:cubicBezTo>
                  <a:cubicBezTo>
                    <a:pt x="4083" y="5985"/>
                    <a:pt x="4155" y="6006"/>
                    <a:pt x="4233" y="6006"/>
                  </a:cubicBezTo>
                  <a:lnTo>
                    <a:pt x="5862" y="6006"/>
                  </a:lnTo>
                  <a:cubicBezTo>
                    <a:pt x="6136" y="6006"/>
                    <a:pt x="6358" y="5782"/>
                    <a:pt x="6358" y="5508"/>
                  </a:cubicBezTo>
                  <a:cubicBezTo>
                    <a:pt x="6358" y="5335"/>
                    <a:pt x="6269" y="5183"/>
                    <a:pt x="6136" y="5094"/>
                  </a:cubicBezTo>
                  <a:cubicBezTo>
                    <a:pt x="6375" y="5057"/>
                    <a:pt x="6558" y="4853"/>
                    <a:pt x="6558" y="4605"/>
                  </a:cubicBezTo>
                  <a:cubicBezTo>
                    <a:pt x="6558" y="4433"/>
                    <a:pt x="6470" y="4281"/>
                    <a:pt x="6336" y="4192"/>
                  </a:cubicBezTo>
                  <a:cubicBezTo>
                    <a:pt x="6575" y="4154"/>
                    <a:pt x="6759" y="3951"/>
                    <a:pt x="6759" y="3702"/>
                  </a:cubicBezTo>
                  <a:cubicBezTo>
                    <a:pt x="6759" y="3530"/>
                    <a:pt x="6670" y="3378"/>
                    <a:pt x="6536" y="3287"/>
                  </a:cubicBezTo>
                  <a:cubicBezTo>
                    <a:pt x="6772" y="3252"/>
                    <a:pt x="6957" y="3049"/>
                    <a:pt x="6957" y="2800"/>
                  </a:cubicBezTo>
                  <a:cubicBezTo>
                    <a:pt x="6957" y="2525"/>
                    <a:pt x="6735" y="2301"/>
                    <a:pt x="6461" y="2301"/>
                  </a:cubicBezTo>
                  <a:lnTo>
                    <a:pt x="4831" y="2301"/>
                  </a:lnTo>
                  <a:cubicBezTo>
                    <a:pt x="4756" y="2301"/>
                    <a:pt x="4683" y="2321"/>
                    <a:pt x="4618" y="2352"/>
                  </a:cubicBezTo>
                  <a:lnTo>
                    <a:pt x="4284" y="2352"/>
                  </a:lnTo>
                  <a:cubicBezTo>
                    <a:pt x="4514" y="1683"/>
                    <a:pt x="4379" y="435"/>
                    <a:pt x="4379" y="435"/>
                  </a:cubicBezTo>
                  <a:cubicBezTo>
                    <a:pt x="4379" y="195"/>
                    <a:pt x="4166" y="1"/>
                    <a:pt x="39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8" name="Google Shape;948;p40"/>
            <p:cNvGrpSpPr/>
            <p:nvPr/>
          </p:nvGrpSpPr>
          <p:grpSpPr>
            <a:xfrm>
              <a:off x="7650428" y="1131936"/>
              <a:ext cx="482627" cy="460485"/>
              <a:chOff x="543765" y="376748"/>
              <a:chExt cx="482627" cy="460485"/>
            </a:xfrm>
          </p:grpSpPr>
          <p:sp>
            <p:nvSpPr>
              <p:cNvPr id="949" name="Google Shape;949;p40"/>
              <p:cNvSpPr/>
              <p:nvPr/>
            </p:nvSpPr>
            <p:spPr>
              <a:xfrm>
                <a:off x="543765" y="534993"/>
                <a:ext cx="302354" cy="302240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5274" extrusionOk="0">
                    <a:moveTo>
                      <a:pt x="2638" y="1"/>
                    </a:moveTo>
                    <a:lnTo>
                      <a:pt x="1706" y="1706"/>
                    </a:lnTo>
                    <a:lnTo>
                      <a:pt x="1" y="2638"/>
                    </a:lnTo>
                    <a:lnTo>
                      <a:pt x="1706" y="3569"/>
                    </a:lnTo>
                    <a:lnTo>
                      <a:pt x="2638" y="5274"/>
                    </a:lnTo>
                    <a:lnTo>
                      <a:pt x="3571" y="3569"/>
                    </a:lnTo>
                    <a:lnTo>
                      <a:pt x="5275" y="2638"/>
                    </a:lnTo>
                    <a:lnTo>
                      <a:pt x="3571" y="1706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0"/>
              <p:cNvSpPr/>
              <p:nvPr/>
            </p:nvSpPr>
            <p:spPr>
              <a:xfrm>
                <a:off x="846124" y="376748"/>
                <a:ext cx="180268" cy="180199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5274" extrusionOk="0">
                    <a:moveTo>
                      <a:pt x="2638" y="1"/>
                    </a:moveTo>
                    <a:lnTo>
                      <a:pt x="1706" y="1706"/>
                    </a:lnTo>
                    <a:lnTo>
                      <a:pt x="1" y="2638"/>
                    </a:lnTo>
                    <a:lnTo>
                      <a:pt x="1706" y="3569"/>
                    </a:lnTo>
                    <a:lnTo>
                      <a:pt x="2638" y="5274"/>
                    </a:lnTo>
                    <a:lnTo>
                      <a:pt x="3571" y="3569"/>
                    </a:lnTo>
                    <a:lnTo>
                      <a:pt x="5275" y="2638"/>
                    </a:lnTo>
                    <a:lnTo>
                      <a:pt x="3571" y="1706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51" name="Google Shape;951;p40">
            <a:hlinkClick r:id="" action="ppaction://hlinkshowjump?jump=firstslide"/>
          </p:cNvPr>
          <p:cNvSpPr/>
          <p:nvPr/>
        </p:nvSpPr>
        <p:spPr>
          <a:xfrm>
            <a:off x="8428901" y="26867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40">
            <a:hlinkClick r:id="" action="ppaction://hlinkshowjump?jump=firstslide"/>
          </p:cNvPr>
          <p:cNvSpPr/>
          <p:nvPr/>
        </p:nvSpPr>
        <p:spPr>
          <a:xfrm>
            <a:off x="8480603" y="322243"/>
            <a:ext cx="180994" cy="177264"/>
          </a:xfrm>
          <a:custGeom>
            <a:avLst/>
            <a:gdLst/>
            <a:ahLst/>
            <a:cxnLst/>
            <a:rect l="l" t="t" r="r" b="b"/>
            <a:pathLst>
              <a:path w="12323" h="12067" extrusionOk="0">
                <a:moveTo>
                  <a:pt x="6165" y="705"/>
                </a:moveTo>
                <a:cubicBezTo>
                  <a:pt x="6180" y="705"/>
                  <a:pt x="6194" y="706"/>
                  <a:pt x="6209" y="708"/>
                </a:cubicBezTo>
                <a:cubicBezTo>
                  <a:pt x="6303" y="718"/>
                  <a:pt x="6388" y="763"/>
                  <a:pt x="6453" y="829"/>
                </a:cubicBezTo>
                <a:lnTo>
                  <a:pt x="11384" y="5744"/>
                </a:lnTo>
                <a:lnTo>
                  <a:pt x="11387" y="5746"/>
                </a:lnTo>
                <a:cubicBezTo>
                  <a:pt x="11543" y="5902"/>
                  <a:pt x="11543" y="6158"/>
                  <a:pt x="11387" y="6315"/>
                </a:cubicBezTo>
                <a:cubicBezTo>
                  <a:pt x="11310" y="6392"/>
                  <a:pt x="11209" y="6434"/>
                  <a:pt x="11101" y="6434"/>
                </a:cubicBezTo>
                <a:lnTo>
                  <a:pt x="10563" y="6434"/>
                </a:lnTo>
                <a:cubicBezTo>
                  <a:pt x="10367" y="6434"/>
                  <a:pt x="10209" y="6592"/>
                  <a:pt x="10209" y="6789"/>
                </a:cubicBezTo>
                <a:lnTo>
                  <a:pt x="10209" y="10762"/>
                </a:lnTo>
                <a:cubicBezTo>
                  <a:pt x="10209" y="11090"/>
                  <a:pt x="9943" y="11357"/>
                  <a:pt x="9614" y="11357"/>
                </a:cubicBezTo>
                <a:lnTo>
                  <a:pt x="8032" y="11357"/>
                </a:lnTo>
                <a:lnTo>
                  <a:pt x="8032" y="8872"/>
                </a:lnTo>
                <a:cubicBezTo>
                  <a:pt x="8032" y="8154"/>
                  <a:pt x="7448" y="7570"/>
                  <a:pt x="6729" y="7570"/>
                </a:cubicBezTo>
                <a:lnTo>
                  <a:pt x="5596" y="7570"/>
                </a:lnTo>
                <a:cubicBezTo>
                  <a:pt x="4876" y="7570"/>
                  <a:pt x="4293" y="8154"/>
                  <a:pt x="4293" y="8872"/>
                </a:cubicBezTo>
                <a:lnTo>
                  <a:pt x="4293" y="11357"/>
                </a:lnTo>
                <a:lnTo>
                  <a:pt x="2710" y="11357"/>
                </a:lnTo>
                <a:cubicBezTo>
                  <a:pt x="2382" y="11357"/>
                  <a:pt x="2117" y="11090"/>
                  <a:pt x="2117" y="10762"/>
                </a:cubicBezTo>
                <a:lnTo>
                  <a:pt x="2117" y="6789"/>
                </a:lnTo>
                <a:cubicBezTo>
                  <a:pt x="2117" y="6592"/>
                  <a:pt x="1959" y="6434"/>
                  <a:pt x="1762" y="6434"/>
                </a:cubicBezTo>
                <a:lnTo>
                  <a:pt x="1234" y="6434"/>
                </a:lnTo>
                <a:cubicBezTo>
                  <a:pt x="1228" y="6434"/>
                  <a:pt x="1223" y="6434"/>
                  <a:pt x="1217" y="6432"/>
                </a:cubicBezTo>
                <a:cubicBezTo>
                  <a:pt x="1111" y="6431"/>
                  <a:pt x="1012" y="6389"/>
                  <a:pt x="937" y="6315"/>
                </a:cubicBezTo>
                <a:cubicBezTo>
                  <a:pt x="779" y="6157"/>
                  <a:pt x="779" y="5902"/>
                  <a:pt x="937" y="5745"/>
                </a:cubicBezTo>
                <a:lnTo>
                  <a:pt x="5876" y="824"/>
                </a:lnTo>
                <a:cubicBezTo>
                  <a:pt x="5952" y="747"/>
                  <a:pt x="6055" y="705"/>
                  <a:pt x="6165" y="705"/>
                </a:cubicBezTo>
                <a:close/>
                <a:moveTo>
                  <a:pt x="6161" y="0"/>
                </a:moveTo>
                <a:cubicBezTo>
                  <a:pt x="5864" y="0"/>
                  <a:pt x="5585" y="116"/>
                  <a:pt x="5374" y="326"/>
                </a:cubicBezTo>
                <a:lnTo>
                  <a:pt x="438" y="5245"/>
                </a:lnTo>
                <a:lnTo>
                  <a:pt x="432" y="5251"/>
                </a:lnTo>
                <a:cubicBezTo>
                  <a:pt x="0" y="5684"/>
                  <a:pt x="0" y="6386"/>
                  <a:pt x="436" y="6820"/>
                </a:cubicBezTo>
                <a:cubicBezTo>
                  <a:pt x="633" y="7017"/>
                  <a:pt x="895" y="7132"/>
                  <a:pt x="1174" y="7144"/>
                </a:cubicBezTo>
                <a:cubicBezTo>
                  <a:pt x="1186" y="7146"/>
                  <a:pt x="1197" y="7146"/>
                  <a:pt x="1208" y="7146"/>
                </a:cubicBezTo>
                <a:lnTo>
                  <a:pt x="1405" y="7146"/>
                </a:lnTo>
                <a:lnTo>
                  <a:pt x="1405" y="11870"/>
                </a:lnTo>
                <a:cubicBezTo>
                  <a:pt x="1405" y="11979"/>
                  <a:pt x="1493" y="12066"/>
                  <a:pt x="1601" y="12066"/>
                </a:cubicBezTo>
                <a:lnTo>
                  <a:pt x="4648" y="12066"/>
                </a:lnTo>
                <a:cubicBezTo>
                  <a:pt x="4843" y="12066"/>
                  <a:pt x="5002" y="11908"/>
                  <a:pt x="5002" y="11712"/>
                </a:cubicBezTo>
                <a:lnTo>
                  <a:pt x="5002" y="8875"/>
                </a:lnTo>
                <a:cubicBezTo>
                  <a:pt x="5002" y="8546"/>
                  <a:pt x="5268" y="8280"/>
                  <a:pt x="5596" y="8280"/>
                </a:cubicBezTo>
                <a:lnTo>
                  <a:pt x="6726" y="8280"/>
                </a:lnTo>
                <a:cubicBezTo>
                  <a:pt x="7055" y="8280"/>
                  <a:pt x="7321" y="8546"/>
                  <a:pt x="7321" y="8875"/>
                </a:cubicBezTo>
                <a:lnTo>
                  <a:pt x="7321" y="11712"/>
                </a:lnTo>
                <a:cubicBezTo>
                  <a:pt x="7321" y="11908"/>
                  <a:pt x="7479" y="12066"/>
                  <a:pt x="7675" y="12066"/>
                </a:cubicBezTo>
                <a:lnTo>
                  <a:pt x="10721" y="12066"/>
                </a:lnTo>
                <a:cubicBezTo>
                  <a:pt x="10830" y="12066"/>
                  <a:pt x="10918" y="11978"/>
                  <a:pt x="10918" y="11870"/>
                </a:cubicBezTo>
                <a:lnTo>
                  <a:pt x="10918" y="7146"/>
                </a:lnTo>
                <a:lnTo>
                  <a:pt x="11101" y="7146"/>
                </a:lnTo>
                <a:cubicBezTo>
                  <a:pt x="11399" y="7146"/>
                  <a:pt x="11678" y="7030"/>
                  <a:pt x="11889" y="6820"/>
                </a:cubicBezTo>
                <a:cubicBezTo>
                  <a:pt x="12322" y="6385"/>
                  <a:pt x="12322" y="5681"/>
                  <a:pt x="11889" y="5249"/>
                </a:cubicBezTo>
                <a:lnTo>
                  <a:pt x="6950" y="326"/>
                </a:lnTo>
                <a:cubicBezTo>
                  <a:pt x="6739" y="116"/>
                  <a:pt x="6459" y="0"/>
                  <a:pt x="61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3" name="Google Shape;953;p40"/>
          <p:cNvGrpSpPr/>
          <p:nvPr/>
        </p:nvGrpSpPr>
        <p:grpSpPr>
          <a:xfrm>
            <a:off x="494347" y="1369203"/>
            <a:ext cx="1151720" cy="683210"/>
            <a:chOff x="437534" y="1643928"/>
            <a:chExt cx="1151720" cy="683210"/>
          </a:xfrm>
        </p:grpSpPr>
        <p:grpSp>
          <p:nvGrpSpPr>
            <p:cNvPr id="954" name="Google Shape;954;p40"/>
            <p:cNvGrpSpPr/>
            <p:nvPr/>
          </p:nvGrpSpPr>
          <p:grpSpPr>
            <a:xfrm rot="-463406">
              <a:off x="467532" y="1806337"/>
              <a:ext cx="568393" cy="484806"/>
              <a:chOff x="1680400" y="948625"/>
              <a:chExt cx="211775" cy="180625"/>
            </a:xfrm>
          </p:grpSpPr>
          <p:sp>
            <p:nvSpPr>
              <p:cNvPr id="955" name="Google Shape;955;p40"/>
              <p:cNvSpPr/>
              <p:nvPr/>
            </p:nvSpPr>
            <p:spPr>
              <a:xfrm>
                <a:off x="1680400" y="948700"/>
                <a:ext cx="211725" cy="180550"/>
              </a:xfrm>
              <a:custGeom>
                <a:avLst/>
                <a:gdLst/>
                <a:ahLst/>
                <a:cxnLst/>
                <a:rect l="l" t="t" r="r" b="b"/>
                <a:pathLst>
                  <a:path w="8469" h="7222" extrusionOk="0">
                    <a:moveTo>
                      <a:pt x="7855" y="0"/>
                    </a:moveTo>
                    <a:cubicBezTo>
                      <a:pt x="7855" y="0"/>
                      <a:pt x="8235" y="1897"/>
                      <a:pt x="2466" y="1897"/>
                    </a:cubicBezTo>
                    <a:cubicBezTo>
                      <a:pt x="1977" y="1897"/>
                      <a:pt x="1444" y="1883"/>
                      <a:pt x="863" y="1853"/>
                    </a:cubicBezTo>
                    <a:lnTo>
                      <a:pt x="16" y="2679"/>
                    </a:lnTo>
                    <a:lnTo>
                      <a:pt x="1" y="3859"/>
                    </a:lnTo>
                    <a:lnTo>
                      <a:pt x="826" y="4709"/>
                    </a:lnTo>
                    <a:cubicBezTo>
                      <a:pt x="948" y="4704"/>
                      <a:pt x="1070" y="4703"/>
                      <a:pt x="1188" y="4701"/>
                    </a:cubicBezTo>
                    <a:lnTo>
                      <a:pt x="2270" y="7192"/>
                    </a:lnTo>
                    <a:cubicBezTo>
                      <a:pt x="2270" y="7192"/>
                      <a:pt x="2419" y="7222"/>
                      <a:pt x="2619" y="7222"/>
                    </a:cubicBezTo>
                    <a:cubicBezTo>
                      <a:pt x="2892" y="7222"/>
                      <a:pt x="3263" y="7166"/>
                      <a:pt x="3487" y="6903"/>
                    </a:cubicBezTo>
                    <a:lnTo>
                      <a:pt x="3124" y="4732"/>
                    </a:lnTo>
                    <a:lnTo>
                      <a:pt x="3124" y="4732"/>
                    </a:lnTo>
                    <a:cubicBezTo>
                      <a:pt x="8162" y="5005"/>
                      <a:pt x="7770" y="6735"/>
                      <a:pt x="7770" y="6735"/>
                    </a:cubicBezTo>
                    <a:lnTo>
                      <a:pt x="8383" y="6743"/>
                    </a:lnTo>
                    <a:lnTo>
                      <a:pt x="8469" y="5"/>
                    </a:lnTo>
                    <a:lnTo>
                      <a:pt x="78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0"/>
              <p:cNvSpPr/>
              <p:nvPr/>
            </p:nvSpPr>
            <p:spPr>
              <a:xfrm>
                <a:off x="1680400" y="995025"/>
                <a:ext cx="77300" cy="71875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2875" extrusionOk="0">
                    <a:moveTo>
                      <a:pt x="863" y="0"/>
                    </a:moveTo>
                    <a:lnTo>
                      <a:pt x="16" y="826"/>
                    </a:lnTo>
                    <a:lnTo>
                      <a:pt x="1" y="2006"/>
                    </a:lnTo>
                    <a:lnTo>
                      <a:pt x="826" y="2856"/>
                    </a:lnTo>
                    <a:cubicBezTo>
                      <a:pt x="1133" y="2848"/>
                      <a:pt x="1426" y="2844"/>
                      <a:pt x="1706" y="2844"/>
                    </a:cubicBezTo>
                    <a:cubicBezTo>
                      <a:pt x="2193" y="2844"/>
                      <a:pt x="2641" y="2855"/>
                      <a:pt x="3055" y="2875"/>
                    </a:cubicBezTo>
                    <a:lnTo>
                      <a:pt x="3092" y="35"/>
                    </a:lnTo>
                    <a:lnTo>
                      <a:pt x="3092" y="35"/>
                    </a:lnTo>
                    <a:cubicBezTo>
                      <a:pt x="2889" y="40"/>
                      <a:pt x="2679" y="43"/>
                      <a:pt x="2459" y="43"/>
                    </a:cubicBezTo>
                    <a:cubicBezTo>
                      <a:pt x="1972" y="43"/>
                      <a:pt x="1442" y="29"/>
                      <a:pt x="8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0"/>
              <p:cNvSpPr/>
              <p:nvPr/>
            </p:nvSpPr>
            <p:spPr>
              <a:xfrm>
                <a:off x="1874675" y="948625"/>
                <a:ext cx="17500" cy="16865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6746" extrusionOk="0">
                    <a:moveTo>
                      <a:pt x="87" y="0"/>
                    </a:moveTo>
                    <a:cubicBezTo>
                      <a:pt x="84" y="3"/>
                      <a:pt x="96" y="67"/>
                      <a:pt x="82" y="171"/>
                    </a:cubicBezTo>
                    <a:lnTo>
                      <a:pt x="2" y="6571"/>
                    </a:lnTo>
                    <a:cubicBezTo>
                      <a:pt x="16" y="6676"/>
                      <a:pt x="1" y="6738"/>
                      <a:pt x="1" y="6738"/>
                    </a:cubicBezTo>
                    <a:lnTo>
                      <a:pt x="615" y="6746"/>
                    </a:lnTo>
                    <a:lnTo>
                      <a:pt x="699" y="8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8" name="Google Shape;958;p40"/>
            <p:cNvGrpSpPr/>
            <p:nvPr/>
          </p:nvGrpSpPr>
          <p:grpSpPr>
            <a:xfrm>
              <a:off x="1135103" y="1643928"/>
              <a:ext cx="454151" cy="412604"/>
              <a:chOff x="756678" y="1234003"/>
              <a:chExt cx="454151" cy="412604"/>
            </a:xfrm>
          </p:grpSpPr>
          <p:sp>
            <p:nvSpPr>
              <p:cNvPr id="959" name="Google Shape;959;p40"/>
              <p:cNvSpPr/>
              <p:nvPr/>
            </p:nvSpPr>
            <p:spPr>
              <a:xfrm>
                <a:off x="756678" y="1234003"/>
                <a:ext cx="133905" cy="133854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5274" extrusionOk="0">
                    <a:moveTo>
                      <a:pt x="2638" y="1"/>
                    </a:moveTo>
                    <a:lnTo>
                      <a:pt x="1706" y="1706"/>
                    </a:lnTo>
                    <a:lnTo>
                      <a:pt x="1" y="2638"/>
                    </a:lnTo>
                    <a:lnTo>
                      <a:pt x="1706" y="3569"/>
                    </a:lnTo>
                    <a:lnTo>
                      <a:pt x="2638" y="5274"/>
                    </a:lnTo>
                    <a:lnTo>
                      <a:pt x="3571" y="3569"/>
                    </a:lnTo>
                    <a:lnTo>
                      <a:pt x="5275" y="2638"/>
                    </a:lnTo>
                    <a:lnTo>
                      <a:pt x="3571" y="1706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0"/>
              <p:cNvSpPr/>
              <p:nvPr/>
            </p:nvSpPr>
            <p:spPr>
              <a:xfrm>
                <a:off x="850691" y="1512753"/>
                <a:ext cx="133905" cy="133854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5274" extrusionOk="0">
                    <a:moveTo>
                      <a:pt x="2638" y="1"/>
                    </a:moveTo>
                    <a:lnTo>
                      <a:pt x="1706" y="1706"/>
                    </a:lnTo>
                    <a:lnTo>
                      <a:pt x="1" y="2638"/>
                    </a:lnTo>
                    <a:lnTo>
                      <a:pt x="1706" y="3569"/>
                    </a:lnTo>
                    <a:lnTo>
                      <a:pt x="2638" y="5274"/>
                    </a:lnTo>
                    <a:lnTo>
                      <a:pt x="3571" y="3569"/>
                    </a:lnTo>
                    <a:lnTo>
                      <a:pt x="5275" y="2638"/>
                    </a:lnTo>
                    <a:lnTo>
                      <a:pt x="3571" y="1706"/>
                    </a:lnTo>
                    <a:lnTo>
                      <a:pt x="26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0"/>
              <p:cNvSpPr/>
              <p:nvPr/>
            </p:nvSpPr>
            <p:spPr>
              <a:xfrm>
                <a:off x="1065860" y="1327323"/>
                <a:ext cx="144969" cy="144901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3760" extrusionOk="0">
                    <a:moveTo>
                      <a:pt x="1884" y="0"/>
                    </a:moveTo>
                    <a:cubicBezTo>
                      <a:pt x="1883" y="0"/>
                      <a:pt x="1882" y="0"/>
                      <a:pt x="1881" y="0"/>
                    </a:cubicBezTo>
                    <a:cubicBezTo>
                      <a:pt x="842" y="0"/>
                      <a:pt x="0" y="842"/>
                      <a:pt x="0" y="1880"/>
                    </a:cubicBezTo>
                    <a:cubicBezTo>
                      <a:pt x="0" y="2919"/>
                      <a:pt x="844" y="3760"/>
                      <a:pt x="1881" y="3760"/>
                    </a:cubicBezTo>
                    <a:cubicBezTo>
                      <a:pt x="2919" y="3760"/>
                      <a:pt x="3761" y="2918"/>
                      <a:pt x="3761" y="1880"/>
                    </a:cubicBezTo>
                    <a:cubicBezTo>
                      <a:pt x="3761" y="843"/>
                      <a:pt x="2920" y="0"/>
                      <a:pt x="18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62" name="Google Shape;962;p40">
            <a:hlinkClick r:id="" action="ppaction://hlinkshowjump?jump=nextslide"/>
          </p:cNvPr>
          <p:cNvSpPr/>
          <p:nvPr/>
        </p:nvSpPr>
        <p:spPr>
          <a:xfrm>
            <a:off x="850702" y="460850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40">
            <a:hlinkClick r:id="" action="ppaction://hlinkshowjump?jump=nextslide"/>
          </p:cNvPr>
          <p:cNvSpPr/>
          <p:nvPr/>
        </p:nvSpPr>
        <p:spPr>
          <a:xfrm>
            <a:off x="925738" y="4700727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40">
            <a:hlinkClick r:id="" action="ppaction://hlinkshowjump?jump=previousslide"/>
          </p:cNvPr>
          <p:cNvSpPr/>
          <p:nvPr/>
        </p:nvSpPr>
        <p:spPr>
          <a:xfrm>
            <a:off x="422198" y="4608530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40">
            <a:hlinkClick r:id="" action="ppaction://hlinkshowjump?jump=previousslide"/>
          </p:cNvPr>
          <p:cNvSpPr/>
          <p:nvPr/>
        </p:nvSpPr>
        <p:spPr>
          <a:xfrm flipH="1">
            <a:off x="494354" y="4700744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3"/>
          <p:cNvSpPr txBox="1">
            <a:spLocks noGrp="1"/>
          </p:cNvSpPr>
          <p:nvPr>
            <p:ph type="subTitle" idx="4"/>
          </p:nvPr>
        </p:nvSpPr>
        <p:spPr>
          <a:xfrm>
            <a:off x="2251711" y="1476088"/>
            <a:ext cx="4891500" cy="15981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Va mulțumesc!</a:t>
            </a:r>
            <a:endParaRPr sz="4400" dirty="0"/>
          </a:p>
        </p:txBody>
      </p:sp>
      <p:grpSp>
        <p:nvGrpSpPr>
          <p:cNvPr id="1188" name="Google Shape;1188;p43"/>
          <p:cNvGrpSpPr/>
          <p:nvPr/>
        </p:nvGrpSpPr>
        <p:grpSpPr>
          <a:xfrm rot="341270" flipH="1">
            <a:off x="-834306" y="2474609"/>
            <a:ext cx="1951284" cy="1899490"/>
            <a:chOff x="8568154" y="4199325"/>
            <a:chExt cx="2291334" cy="2230515"/>
          </a:xfrm>
        </p:grpSpPr>
        <p:sp>
          <p:nvSpPr>
            <p:cNvPr id="1189" name="Google Shape;1189;p43"/>
            <p:cNvSpPr/>
            <p:nvPr/>
          </p:nvSpPr>
          <p:spPr>
            <a:xfrm rot="-727506" flipH="1">
              <a:off x="8730416" y="4291715"/>
              <a:ext cx="931499" cy="487579"/>
            </a:xfrm>
            <a:custGeom>
              <a:avLst/>
              <a:gdLst/>
              <a:ahLst/>
              <a:cxnLst/>
              <a:rect l="l" t="t" r="r" b="b"/>
              <a:pathLst>
                <a:path w="5078" h="2658" extrusionOk="0">
                  <a:moveTo>
                    <a:pt x="0" y="1"/>
                  </a:moveTo>
                  <a:lnTo>
                    <a:pt x="0" y="2658"/>
                  </a:lnTo>
                  <a:lnTo>
                    <a:pt x="5078" y="2589"/>
                  </a:lnTo>
                  <a:lnTo>
                    <a:pt x="50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3"/>
            <p:cNvSpPr/>
            <p:nvPr/>
          </p:nvSpPr>
          <p:spPr>
            <a:xfrm rot="-727506" flipH="1">
              <a:off x="9379212" y="4551036"/>
              <a:ext cx="247642" cy="100891"/>
            </a:xfrm>
            <a:custGeom>
              <a:avLst/>
              <a:gdLst/>
              <a:ahLst/>
              <a:cxnLst/>
              <a:rect l="l" t="t" r="r" b="b"/>
              <a:pathLst>
                <a:path w="1350" h="550" extrusionOk="0">
                  <a:moveTo>
                    <a:pt x="0" y="1"/>
                  </a:moveTo>
                  <a:lnTo>
                    <a:pt x="0" y="549"/>
                  </a:lnTo>
                  <a:lnTo>
                    <a:pt x="1349" y="549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3"/>
            <p:cNvSpPr/>
            <p:nvPr/>
          </p:nvSpPr>
          <p:spPr>
            <a:xfrm rot="-727506" flipH="1">
              <a:off x="9526662" y="4554956"/>
              <a:ext cx="68239" cy="68239"/>
            </a:xfrm>
            <a:custGeom>
              <a:avLst/>
              <a:gdLst/>
              <a:ahLst/>
              <a:cxnLst/>
              <a:rect l="l" t="t" r="r" b="b"/>
              <a:pathLst>
                <a:path w="372" h="372" extrusionOk="0">
                  <a:moveTo>
                    <a:pt x="18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71"/>
                    <a:pt x="186" y="371"/>
                  </a:cubicBezTo>
                  <a:cubicBezTo>
                    <a:pt x="288" y="371"/>
                    <a:pt x="371" y="288"/>
                    <a:pt x="371" y="186"/>
                  </a:cubicBezTo>
                  <a:cubicBezTo>
                    <a:pt x="371" y="84"/>
                    <a:pt x="288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3"/>
            <p:cNvSpPr/>
            <p:nvPr/>
          </p:nvSpPr>
          <p:spPr>
            <a:xfrm rot="-727506" flipH="1">
              <a:off x="9412058" y="4579577"/>
              <a:ext cx="68239" cy="68239"/>
            </a:xfrm>
            <a:custGeom>
              <a:avLst/>
              <a:gdLst/>
              <a:ahLst/>
              <a:cxnLst/>
              <a:rect l="l" t="t" r="r" b="b"/>
              <a:pathLst>
                <a:path w="372" h="372" extrusionOk="0">
                  <a:moveTo>
                    <a:pt x="18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71"/>
                    <a:pt x="186" y="371"/>
                  </a:cubicBezTo>
                  <a:cubicBezTo>
                    <a:pt x="290" y="371"/>
                    <a:pt x="371" y="288"/>
                    <a:pt x="371" y="186"/>
                  </a:cubicBezTo>
                  <a:cubicBezTo>
                    <a:pt x="371" y="84"/>
                    <a:pt x="290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3"/>
            <p:cNvSpPr/>
            <p:nvPr/>
          </p:nvSpPr>
          <p:spPr>
            <a:xfrm rot="-727506" flipH="1">
              <a:off x="9533214" y="5576975"/>
              <a:ext cx="1263889" cy="728250"/>
            </a:xfrm>
            <a:custGeom>
              <a:avLst/>
              <a:gdLst/>
              <a:ahLst/>
              <a:cxnLst/>
              <a:rect l="l" t="t" r="r" b="b"/>
              <a:pathLst>
                <a:path w="6890" h="3970" extrusionOk="0">
                  <a:moveTo>
                    <a:pt x="3509" y="0"/>
                  </a:moveTo>
                  <a:cubicBezTo>
                    <a:pt x="2649" y="0"/>
                    <a:pt x="1041" y="172"/>
                    <a:pt x="0" y="1339"/>
                  </a:cubicBezTo>
                  <a:cubicBezTo>
                    <a:pt x="0" y="1339"/>
                    <a:pt x="3601" y="3853"/>
                    <a:pt x="4950" y="3965"/>
                  </a:cubicBezTo>
                  <a:cubicBezTo>
                    <a:pt x="4988" y="3968"/>
                    <a:pt x="5025" y="3969"/>
                    <a:pt x="5062" y="3969"/>
                  </a:cubicBezTo>
                  <a:cubicBezTo>
                    <a:pt x="6332" y="3969"/>
                    <a:pt x="6889" y="2143"/>
                    <a:pt x="6889" y="2143"/>
                  </a:cubicBezTo>
                  <a:lnTo>
                    <a:pt x="4099" y="30"/>
                  </a:lnTo>
                  <a:cubicBezTo>
                    <a:pt x="4099" y="30"/>
                    <a:pt x="4099" y="30"/>
                    <a:pt x="4099" y="30"/>
                  </a:cubicBezTo>
                  <a:cubicBezTo>
                    <a:pt x="4096" y="30"/>
                    <a:pt x="3868" y="0"/>
                    <a:pt x="3509" y="0"/>
                  </a:cubicBezTo>
                  <a:close/>
                </a:path>
              </a:pathLst>
            </a:custGeom>
            <a:solidFill>
              <a:srgbClr val="B56F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3"/>
            <p:cNvSpPr/>
            <p:nvPr/>
          </p:nvSpPr>
          <p:spPr>
            <a:xfrm rot="-727506" flipH="1">
              <a:off x="8851852" y="4883387"/>
              <a:ext cx="1254534" cy="1399450"/>
            </a:xfrm>
            <a:custGeom>
              <a:avLst/>
              <a:gdLst/>
              <a:ahLst/>
              <a:cxnLst/>
              <a:rect l="l" t="t" r="r" b="b"/>
              <a:pathLst>
                <a:path w="6839" h="7629" extrusionOk="0">
                  <a:moveTo>
                    <a:pt x="5476" y="0"/>
                  </a:moveTo>
                  <a:cubicBezTo>
                    <a:pt x="5476" y="0"/>
                    <a:pt x="1466" y="4396"/>
                    <a:pt x="657" y="5412"/>
                  </a:cubicBezTo>
                  <a:cubicBezTo>
                    <a:pt x="0" y="6234"/>
                    <a:pt x="1154" y="7628"/>
                    <a:pt x="2263" y="7628"/>
                  </a:cubicBezTo>
                  <a:cubicBezTo>
                    <a:pt x="2524" y="7628"/>
                    <a:pt x="2782" y="7551"/>
                    <a:pt x="3014" y="7371"/>
                  </a:cubicBezTo>
                  <a:cubicBezTo>
                    <a:pt x="4231" y="6427"/>
                    <a:pt x="6839" y="232"/>
                    <a:pt x="6839" y="232"/>
                  </a:cubicBezTo>
                  <a:lnTo>
                    <a:pt x="5476" y="0"/>
                  </a:lnTo>
                  <a:close/>
                </a:path>
              </a:pathLst>
            </a:custGeom>
            <a:solidFill>
              <a:srgbClr val="B56F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3"/>
            <p:cNvSpPr/>
            <p:nvPr/>
          </p:nvSpPr>
          <p:spPr>
            <a:xfrm rot="-727506" flipH="1">
              <a:off x="9950039" y="5663960"/>
              <a:ext cx="141431" cy="173349"/>
            </a:xfrm>
            <a:custGeom>
              <a:avLst/>
              <a:gdLst/>
              <a:ahLst/>
              <a:cxnLst/>
              <a:rect l="l" t="t" r="r" b="b"/>
              <a:pathLst>
                <a:path w="771" h="945" fill="none" extrusionOk="0">
                  <a:moveTo>
                    <a:pt x="770" y="1"/>
                  </a:moveTo>
                  <a:cubicBezTo>
                    <a:pt x="770" y="1"/>
                    <a:pt x="156" y="373"/>
                    <a:pt x="1" y="945"/>
                  </a:cubicBezTo>
                </a:path>
              </a:pathLst>
            </a:custGeom>
            <a:noFill/>
            <a:ln w="170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3"/>
            <p:cNvSpPr/>
            <p:nvPr/>
          </p:nvSpPr>
          <p:spPr>
            <a:xfrm rot="-727506" flipH="1">
              <a:off x="8627029" y="4444773"/>
              <a:ext cx="514728" cy="615252"/>
            </a:xfrm>
            <a:custGeom>
              <a:avLst/>
              <a:gdLst/>
              <a:ahLst/>
              <a:cxnLst/>
              <a:rect l="l" t="t" r="r" b="b"/>
              <a:pathLst>
                <a:path w="2806" h="3354" extrusionOk="0">
                  <a:moveTo>
                    <a:pt x="2061" y="0"/>
                  </a:moveTo>
                  <a:cubicBezTo>
                    <a:pt x="1954" y="0"/>
                    <a:pt x="1735" y="566"/>
                    <a:pt x="1895" y="939"/>
                  </a:cubicBezTo>
                  <a:cubicBezTo>
                    <a:pt x="1895" y="939"/>
                    <a:pt x="1416" y="445"/>
                    <a:pt x="1241" y="124"/>
                  </a:cubicBezTo>
                  <a:cubicBezTo>
                    <a:pt x="1226" y="95"/>
                    <a:pt x="1207" y="82"/>
                    <a:pt x="1187" y="82"/>
                  </a:cubicBezTo>
                  <a:cubicBezTo>
                    <a:pt x="1061" y="82"/>
                    <a:pt x="897" y="601"/>
                    <a:pt x="1425" y="1111"/>
                  </a:cubicBezTo>
                  <a:cubicBezTo>
                    <a:pt x="1425" y="1111"/>
                    <a:pt x="782" y="665"/>
                    <a:pt x="462" y="302"/>
                  </a:cubicBezTo>
                  <a:cubicBezTo>
                    <a:pt x="458" y="297"/>
                    <a:pt x="454" y="295"/>
                    <a:pt x="450" y="295"/>
                  </a:cubicBezTo>
                  <a:cubicBezTo>
                    <a:pt x="372" y="295"/>
                    <a:pt x="234" y="1044"/>
                    <a:pt x="1130" y="1350"/>
                  </a:cubicBezTo>
                  <a:cubicBezTo>
                    <a:pt x="1130" y="1350"/>
                    <a:pt x="512" y="1348"/>
                    <a:pt x="233" y="1268"/>
                  </a:cubicBezTo>
                  <a:cubicBezTo>
                    <a:pt x="218" y="1264"/>
                    <a:pt x="204" y="1262"/>
                    <a:pt x="192" y="1262"/>
                  </a:cubicBezTo>
                  <a:cubicBezTo>
                    <a:pt x="0" y="1262"/>
                    <a:pt x="215" y="1776"/>
                    <a:pt x="915" y="1776"/>
                  </a:cubicBezTo>
                  <a:cubicBezTo>
                    <a:pt x="969" y="1776"/>
                    <a:pt x="1025" y="1773"/>
                    <a:pt x="1084" y="1766"/>
                  </a:cubicBezTo>
                  <a:lnTo>
                    <a:pt x="1084" y="1766"/>
                  </a:lnTo>
                  <a:cubicBezTo>
                    <a:pt x="1084" y="1766"/>
                    <a:pt x="835" y="2218"/>
                    <a:pt x="1241" y="2971"/>
                  </a:cubicBezTo>
                  <a:cubicBezTo>
                    <a:pt x="1241" y="2971"/>
                    <a:pt x="1397" y="3354"/>
                    <a:pt x="1938" y="3354"/>
                  </a:cubicBezTo>
                  <a:cubicBezTo>
                    <a:pt x="2116" y="3354"/>
                    <a:pt x="2336" y="3312"/>
                    <a:pt x="2605" y="3203"/>
                  </a:cubicBezTo>
                  <a:cubicBezTo>
                    <a:pt x="2605" y="3203"/>
                    <a:pt x="2805" y="2633"/>
                    <a:pt x="2524" y="1766"/>
                  </a:cubicBezTo>
                  <a:cubicBezTo>
                    <a:pt x="2404" y="1393"/>
                    <a:pt x="2278" y="1267"/>
                    <a:pt x="2109" y="82"/>
                  </a:cubicBezTo>
                  <a:cubicBezTo>
                    <a:pt x="2101" y="25"/>
                    <a:pt x="2083" y="0"/>
                    <a:pt x="2061" y="0"/>
                  </a:cubicBezTo>
                  <a:close/>
                </a:path>
              </a:pathLst>
            </a:custGeom>
            <a:solidFill>
              <a:srgbClr val="B56F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7" name="Google Shape;1197;p43"/>
          <p:cNvGrpSpPr/>
          <p:nvPr/>
        </p:nvGrpSpPr>
        <p:grpSpPr>
          <a:xfrm rot="-367702">
            <a:off x="8024039" y="912154"/>
            <a:ext cx="1847978" cy="1798924"/>
            <a:chOff x="8568157" y="4199325"/>
            <a:chExt cx="2291329" cy="2230507"/>
          </a:xfrm>
        </p:grpSpPr>
        <p:sp>
          <p:nvSpPr>
            <p:cNvPr id="1198" name="Google Shape;1198;p43"/>
            <p:cNvSpPr/>
            <p:nvPr/>
          </p:nvSpPr>
          <p:spPr>
            <a:xfrm rot="-727498" flipH="1">
              <a:off x="8730420" y="4291714"/>
              <a:ext cx="931494" cy="487576"/>
            </a:xfrm>
            <a:custGeom>
              <a:avLst/>
              <a:gdLst/>
              <a:ahLst/>
              <a:cxnLst/>
              <a:rect l="l" t="t" r="r" b="b"/>
              <a:pathLst>
                <a:path w="5078" h="2658" extrusionOk="0">
                  <a:moveTo>
                    <a:pt x="0" y="1"/>
                  </a:moveTo>
                  <a:lnTo>
                    <a:pt x="0" y="2658"/>
                  </a:lnTo>
                  <a:lnTo>
                    <a:pt x="5078" y="2589"/>
                  </a:lnTo>
                  <a:lnTo>
                    <a:pt x="50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3"/>
            <p:cNvSpPr/>
            <p:nvPr/>
          </p:nvSpPr>
          <p:spPr>
            <a:xfrm rot="-727498" flipH="1">
              <a:off x="9379213" y="4551036"/>
              <a:ext cx="247640" cy="100890"/>
            </a:xfrm>
            <a:custGeom>
              <a:avLst/>
              <a:gdLst/>
              <a:ahLst/>
              <a:cxnLst/>
              <a:rect l="l" t="t" r="r" b="b"/>
              <a:pathLst>
                <a:path w="1350" h="550" extrusionOk="0">
                  <a:moveTo>
                    <a:pt x="0" y="1"/>
                  </a:moveTo>
                  <a:lnTo>
                    <a:pt x="0" y="549"/>
                  </a:lnTo>
                  <a:lnTo>
                    <a:pt x="1349" y="549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3"/>
            <p:cNvSpPr/>
            <p:nvPr/>
          </p:nvSpPr>
          <p:spPr>
            <a:xfrm rot="-727498" flipH="1">
              <a:off x="9526662" y="4554955"/>
              <a:ext cx="68239" cy="68239"/>
            </a:xfrm>
            <a:custGeom>
              <a:avLst/>
              <a:gdLst/>
              <a:ahLst/>
              <a:cxnLst/>
              <a:rect l="l" t="t" r="r" b="b"/>
              <a:pathLst>
                <a:path w="372" h="372" extrusionOk="0">
                  <a:moveTo>
                    <a:pt x="18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71"/>
                    <a:pt x="186" y="371"/>
                  </a:cubicBezTo>
                  <a:cubicBezTo>
                    <a:pt x="288" y="371"/>
                    <a:pt x="371" y="288"/>
                    <a:pt x="371" y="186"/>
                  </a:cubicBezTo>
                  <a:cubicBezTo>
                    <a:pt x="371" y="84"/>
                    <a:pt x="288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3"/>
            <p:cNvSpPr/>
            <p:nvPr/>
          </p:nvSpPr>
          <p:spPr>
            <a:xfrm rot="-727498" flipH="1">
              <a:off x="9412058" y="4579577"/>
              <a:ext cx="68239" cy="68239"/>
            </a:xfrm>
            <a:custGeom>
              <a:avLst/>
              <a:gdLst/>
              <a:ahLst/>
              <a:cxnLst/>
              <a:rect l="l" t="t" r="r" b="b"/>
              <a:pathLst>
                <a:path w="372" h="372" extrusionOk="0">
                  <a:moveTo>
                    <a:pt x="18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71"/>
                    <a:pt x="186" y="371"/>
                  </a:cubicBezTo>
                  <a:cubicBezTo>
                    <a:pt x="290" y="371"/>
                    <a:pt x="371" y="288"/>
                    <a:pt x="371" y="186"/>
                  </a:cubicBezTo>
                  <a:cubicBezTo>
                    <a:pt x="371" y="84"/>
                    <a:pt x="290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3"/>
            <p:cNvSpPr/>
            <p:nvPr/>
          </p:nvSpPr>
          <p:spPr>
            <a:xfrm rot="-727498" flipH="1">
              <a:off x="9533220" y="5576973"/>
              <a:ext cx="1263882" cy="728246"/>
            </a:xfrm>
            <a:custGeom>
              <a:avLst/>
              <a:gdLst/>
              <a:ahLst/>
              <a:cxnLst/>
              <a:rect l="l" t="t" r="r" b="b"/>
              <a:pathLst>
                <a:path w="6890" h="3970" extrusionOk="0">
                  <a:moveTo>
                    <a:pt x="3509" y="0"/>
                  </a:moveTo>
                  <a:cubicBezTo>
                    <a:pt x="2649" y="0"/>
                    <a:pt x="1041" y="172"/>
                    <a:pt x="0" y="1339"/>
                  </a:cubicBezTo>
                  <a:cubicBezTo>
                    <a:pt x="0" y="1339"/>
                    <a:pt x="3601" y="3853"/>
                    <a:pt x="4950" y="3965"/>
                  </a:cubicBezTo>
                  <a:cubicBezTo>
                    <a:pt x="4988" y="3968"/>
                    <a:pt x="5025" y="3969"/>
                    <a:pt x="5062" y="3969"/>
                  </a:cubicBezTo>
                  <a:cubicBezTo>
                    <a:pt x="6332" y="3969"/>
                    <a:pt x="6889" y="2143"/>
                    <a:pt x="6889" y="2143"/>
                  </a:cubicBezTo>
                  <a:lnTo>
                    <a:pt x="4099" y="30"/>
                  </a:lnTo>
                  <a:cubicBezTo>
                    <a:pt x="4099" y="30"/>
                    <a:pt x="4099" y="30"/>
                    <a:pt x="4099" y="30"/>
                  </a:cubicBezTo>
                  <a:cubicBezTo>
                    <a:pt x="4096" y="30"/>
                    <a:pt x="3868" y="0"/>
                    <a:pt x="3509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3"/>
            <p:cNvSpPr/>
            <p:nvPr/>
          </p:nvSpPr>
          <p:spPr>
            <a:xfrm rot="-727498" flipH="1">
              <a:off x="8851856" y="4883385"/>
              <a:ext cx="1254527" cy="1399442"/>
            </a:xfrm>
            <a:custGeom>
              <a:avLst/>
              <a:gdLst/>
              <a:ahLst/>
              <a:cxnLst/>
              <a:rect l="l" t="t" r="r" b="b"/>
              <a:pathLst>
                <a:path w="6839" h="7629" extrusionOk="0">
                  <a:moveTo>
                    <a:pt x="5476" y="0"/>
                  </a:moveTo>
                  <a:cubicBezTo>
                    <a:pt x="5476" y="0"/>
                    <a:pt x="1466" y="4396"/>
                    <a:pt x="657" y="5412"/>
                  </a:cubicBezTo>
                  <a:cubicBezTo>
                    <a:pt x="0" y="6234"/>
                    <a:pt x="1154" y="7628"/>
                    <a:pt x="2263" y="7628"/>
                  </a:cubicBezTo>
                  <a:cubicBezTo>
                    <a:pt x="2524" y="7628"/>
                    <a:pt x="2782" y="7551"/>
                    <a:pt x="3014" y="7371"/>
                  </a:cubicBezTo>
                  <a:cubicBezTo>
                    <a:pt x="4231" y="6427"/>
                    <a:pt x="6839" y="232"/>
                    <a:pt x="6839" y="232"/>
                  </a:cubicBezTo>
                  <a:lnTo>
                    <a:pt x="5476" y="0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3"/>
            <p:cNvSpPr/>
            <p:nvPr/>
          </p:nvSpPr>
          <p:spPr>
            <a:xfrm rot="-727498" flipH="1">
              <a:off x="9950039" y="5663960"/>
              <a:ext cx="141430" cy="173348"/>
            </a:xfrm>
            <a:custGeom>
              <a:avLst/>
              <a:gdLst/>
              <a:ahLst/>
              <a:cxnLst/>
              <a:rect l="l" t="t" r="r" b="b"/>
              <a:pathLst>
                <a:path w="771" h="945" fill="none" extrusionOk="0">
                  <a:moveTo>
                    <a:pt x="770" y="1"/>
                  </a:moveTo>
                  <a:cubicBezTo>
                    <a:pt x="770" y="1"/>
                    <a:pt x="156" y="373"/>
                    <a:pt x="1" y="945"/>
                  </a:cubicBezTo>
                </a:path>
              </a:pathLst>
            </a:custGeom>
            <a:noFill/>
            <a:ln w="1700" cap="flat" cmpd="sng">
              <a:solidFill>
                <a:schemeClr val="dk1"/>
              </a:solidFill>
              <a:prstDash val="solid"/>
              <a:miter lim="148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3"/>
            <p:cNvSpPr/>
            <p:nvPr/>
          </p:nvSpPr>
          <p:spPr>
            <a:xfrm rot="-727498" flipH="1">
              <a:off x="8627031" y="4444772"/>
              <a:ext cx="514725" cy="615248"/>
            </a:xfrm>
            <a:custGeom>
              <a:avLst/>
              <a:gdLst/>
              <a:ahLst/>
              <a:cxnLst/>
              <a:rect l="l" t="t" r="r" b="b"/>
              <a:pathLst>
                <a:path w="2806" h="3354" extrusionOk="0">
                  <a:moveTo>
                    <a:pt x="2061" y="0"/>
                  </a:moveTo>
                  <a:cubicBezTo>
                    <a:pt x="1954" y="0"/>
                    <a:pt x="1735" y="566"/>
                    <a:pt x="1895" y="939"/>
                  </a:cubicBezTo>
                  <a:cubicBezTo>
                    <a:pt x="1895" y="939"/>
                    <a:pt x="1416" y="445"/>
                    <a:pt x="1241" y="124"/>
                  </a:cubicBezTo>
                  <a:cubicBezTo>
                    <a:pt x="1226" y="95"/>
                    <a:pt x="1207" y="82"/>
                    <a:pt x="1187" y="82"/>
                  </a:cubicBezTo>
                  <a:cubicBezTo>
                    <a:pt x="1061" y="82"/>
                    <a:pt x="897" y="601"/>
                    <a:pt x="1425" y="1111"/>
                  </a:cubicBezTo>
                  <a:cubicBezTo>
                    <a:pt x="1425" y="1111"/>
                    <a:pt x="782" y="665"/>
                    <a:pt x="462" y="302"/>
                  </a:cubicBezTo>
                  <a:cubicBezTo>
                    <a:pt x="458" y="297"/>
                    <a:pt x="454" y="295"/>
                    <a:pt x="450" y="295"/>
                  </a:cubicBezTo>
                  <a:cubicBezTo>
                    <a:pt x="372" y="295"/>
                    <a:pt x="234" y="1044"/>
                    <a:pt x="1130" y="1350"/>
                  </a:cubicBezTo>
                  <a:cubicBezTo>
                    <a:pt x="1130" y="1350"/>
                    <a:pt x="512" y="1348"/>
                    <a:pt x="233" y="1268"/>
                  </a:cubicBezTo>
                  <a:cubicBezTo>
                    <a:pt x="218" y="1264"/>
                    <a:pt x="204" y="1262"/>
                    <a:pt x="192" y="1262"/>
                  </a:cubicBezTo>
                  <a:cubicBezTo>
                    <a:pt x="0" y="1262"/>
                    <a:pt x="215" y="1776"/>
                    <a:pt x="915" y="1776"/>
                  </a:cubicBezTo>
                  <a:cubicBezTo>
                    <a:pt x="969" y="1776"/>
                    <a:pt x="1025" y="1773"/>
                    <a:pt x="1084" y="1766"/>
                  </a:cubicBezTo>
                  <a:lnTo>
                    <a:pt x="1084" y="1766"/>
                  </a:lnTo>
                  <a:cubicBezTo>
                    <a:pt x="1084" y="1766"/>
                    <a:pt x="835" y="2218"/>
                    <a:pt x="1241" y="2971"/>
                  </a:cubicBezTo>
                  <a:cubicBezTo>
                    <a:pt x="1241" y="2971"/>
                    <a:pt x="1397" y="3354"/>
                    <a:pt x="1938" y="3354"/>
                  </a:cubicBezTo>
                  <a:cubicBezTo>
                    <a:pt x="2116" y="3354"/>
                    <a:pt x="2336" y="3312"/>
                    <a:pt x="2605" y="3203"/>
                  </a:cubicBezTo>
                  <a:cubicBezTo>
                    <a:pt x="2605" y="3203"/>
                    <a:pt x="2805" y="2633"/>
                    <a:pt x="2524" y="1766"/>
                  </a:cubicBezTo>
                  <a:cubicBezTo>
                    <a:pt x="2404" y="1393"/>
                    <a:pt x="2278" y="1267"/>
                    <a:pt x="2109" y="82"/>
                  </a:cubicBezTo>
                  <a:cubicBezTo>
                    <a:pt x="2101" y="25"/>
                    <a:pt x="2083" y="0"/>
                    <a:pt x="2061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6" name="Google Shape;1206;p43">
            <a:hlinkClick r:id="" action="ppaction://hlinkshowjump?jump=firstslide"/>
          </p:cNvPr>
          <p:cNvSpPr/>
          <p:nvPr/>
        </p:nvSpPr>
        <p:spPr>
          <a:xfrm>
            <a:off x="8428901" y="26867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43">
            <a:hlinkClick r:id="" action="ppaction://hlinkshowjump?jump=firstslide"/>
          </p:cNvPr>
          <p:cNvSpPr/>
          <p:nvPr/>
        </p:nvSpPr>
        <p:spPr>
          <a:xfrm>
            <a:off x="8480603" y="322243"/>
            <a:ext cx="180994" cy="177264"/>
          </a:xfrm>
          <a:custGeom>
            <a:avLst/>
            <a:gdLst/>
            <a:ahLst/>
            <a:cxnLst/>
            <a:rect l="l" t="t" r="r" b="b"/>
            <a:pathLst>
              <a:path w="12323" h="12067" extrusionOk="0">
                <a:moveTo>
                  <a:pt x="6165" y="705"/>
                </a:moveTo>
                <a:cubicBezTo>
                  <a:pt x="6180" y="705"/>
                  <a:pt x="6194" y="706"/>
                  <a:pt x="6209" y="708"/>
                </a:cubicBezTo>
                <a:cubicBezTo>
                  <a:pt x="6303" y="718"/>
                  <a:pt x="6388" y="763"/>
                  <a:pt x="6453" y="829"/>
                </a:cubicBezTo>
                <a:lnTo>
                  <a:pt x="11384" y="5744"/>
                </a:lnTo>
                <a:lnTo>
                  <a:pt x="11387" y="5746"/>
                </a:lnTo>
                <a:cubicBezTo>
                  <a:pt x="11543" y="5902"/>
                  <a:pt x="11543" y="6158"/>
                  <a:pt x="11387" y="6315"/>
                </a:cubicBezTo>
                <a:cubicBezTo>
                  <a:pt x="11310" y="6392"/>
                  <a:pt x="11209" y="6434"/>
                  <a:pt x="11101" y="6434"/>
                </a:cubicBezTo>
                <a:lnTo>
                  <a:pt x="10563" y="6434"/>
                </a:lnTo>
                <a:cubicBezTo>
                  <a:pt x="10367" y="6434"/>
                  <a:pt x="10209" y="6592"/>
                  <a:pt x="10209" y="6789"/>
                </a:cubicBezTo>
                <a:lnTo>
                  <a:pt x="10209" y="10762"/>
                </a:lnTo>
                <a:cubicBezTo>
                  <a:pt x="10209" y="11090"/>
                  <a:pt x="9943" y="11357"/>
                  <a:pt x="9614" y="11357"/>
                </a:cubicBezTo>
                <a:lnTo>
                  <a:pt x="8032" y="11357"/>
                </a:lnTo>
                <a:lnTo>
                  <a:pt x="8032" y="8872"/>
                </a:lnTo>
                <a:cubicBezTo>
                  <a:pt x="8032" y="8154"/>
                  <a:pt x="7448" y="7570"/>
                  <a:pt x="6729" y="7570"/>
                </a:cubicBezTo>
                <a:lnTo>
                  <a:pt x="5596" y="7570"/>
                </a:lnTo>
                <a:cubicBezTo>
                  <a:pt x="4876" y="7570"/>
                  <a:pt x="4293" y="8154"/>
                  <a:pt x="4293" y="8872"/>
                </a:cubicBezTo>
                <a:lnTo>
                  <a:pt x="4293" y="11357"/>
                </a:lnTo>
                <a:lnTo>
                  <a:pt x="2710" y="11357"/>
                </a:lnTo>
                <a:cubicBezTo>
                  <a:pt x="2382" y="11357"/>
                  <a:pt x="2117" y="11090"/>
                  <a:pt x="2117" y="10762"/>
                </a:cubicBezTo>
                <a:lnTo>
                  <a:pt x="2117" y="6789"/>
                </a:lnTo>
                <a:cubicBezTo>
                  <a:pt x="2117" y="6592"/>
                  <a:pt x="1959" y="6434"/>
                  <a:pt x="1762" y="6434"/>
                </a:cubicBezTo>
                <a:lnTo>
                  <a:pt x="1234" y="6434"/>
                </a:lnTo>
                <a:cubicBezTo>
                  <a:pt x="1228" y="6434"/>
                  <a:pt x="1223" y="6434"/>
                  <a:pt x="1217" y="6432"/>
                </a:cubicBezTo>
                <a:cubicBezTo>
                  <a:pt x="1111" y="6431"/>
                  <a:pt x="1012" y="6389"/>
                  <a:pt x="937" y="6315"/>
                </a:cubicBezTo>
                <a:cubicBezTo>
                  <a:pt x="779" y="6157"/>
                  <a:pt x="779" y="5902"/>
                  <a:pt x="937" y="5745"/>
                </a:cubicBezTo>
                <a:lnTo>
                  <a:pt x="5876" y="824"/>
                </a:lnTo>
                <a:cubicBezTo>
                  <a:pt x="5952" y="747"/>
                  <a:pt x="6055" y="705"/>
                  <a:pt x="6165" y="705"/>
                </a:cubicBezTo>
                <a:close/>
                <a:moveTo>
                  <a:pt x="6161" y="0"/>
                </a:moveTo>
                <a:cubicBezTo>
                  <a:pt x="5864" y="0"/>
                  <a:pt x="5585" y="116"/>
                  <a:pt x="5374" y="326"/>
                </a:cubicBezTo>
                <a:lnTo>
                  <a:pt x="438" y="5245"/>
                </a:lnTo>
                <a:lnTo>
                  <a:pt x="432" y="5251"/>
                </a:lnTo>
                <a:cubicBezTo>
                  <a:pt x="0" y="5684"/>
                  <a:pt x="0" y="6386"/>
                  <a:pt x="436" y="6820"/>
                </a:cubicBezTo>
                <a:cubicBezTo>
                  <a:pt x="633" y="7017"/>
                  <a:pt x="895" y="7132"/>
                  <a:pt x="1174" y="7144"/>
                </a:cubicBezTo>
                <a:cubicBezTo>
                  <a:pt x="1186" y="7146"/>
                  <a:pt x="1197" y="7146"/>
                  <a:pt x="1208" y="7146"/>
                </a:cubicBezTo>
                <a:lnTo>
                  <a:pt x="1405" y="7146"/>
                </a:lnTo>
                <a:lnTo>
                  <a:pt x="1405" y="11870"/>
                </a:lnTo>
                <a:cubicBezTo>
                  <a:pt x="1405" y="11979"/>
                  <a:pt x="1493" y="12066"/>
                  <a:pt x="1601" y="12066"/>
                </a:cubicBezTo>
                <a:lnTo>
                  <a:pt x="4648" y="12066"/>
                </a:lnTo>
                <a:cubicBezTo>
                  <a:pt x="4843" y="12066"/>
                  <a:pt x="5002" y="11908"/>
                  <a:pt x="5002" y="11712"/>
                </a:cubicBezTo>
                <a:lnTo>
                  <a:pt x="5002" y="8875"/>
                </a:lnTo>
                <a:cubicBezTo>
                  <a:pt x="5002" y="8546"/>
                  <a:pt x="5268" y="8280"/>
                  <a:pt x="5596" y="8280"/>
                </a:cubicBezTo>
                <a:lnTo>
                  <a:pt x="6726" y="8280"/>
                </a:lnTo>
                <a:cubicBezTo>
                  <a:pt x="7055" y="8280"/>
                  <a:pt x="7321" y="8546"/>
                  <a:pt x="7321" y="8875"/>
                </a:cubicBezTo>
                <a:lnTo>
                  <a:pt x="7321" y="11712"/>
                </a:lnTo>
                <a:cubicBezTo>
                  <a:pt x="7321" y="11908"/>
                  <a:pt x="7479" y="12066"/>
                  <a:pt x="7675" y="12066"/>
                </a:cubicBezTo>
                <a:lnTo>
                  <a:pt x="10721" y="12066"/>
                </a:lnTo>
                <a:cubicBezTo>
                  <a:pt x="10830" y="12066"/>
                  <a:pt x="10918" y="11978"/>
                  <a:pt x="10918" y="11870"/>
                </a:cubicBezTo>
                <a:lnTo>
                  <a:pt x="10918" y="7146"/>
                </a:lnTo>
                <a:lnTo>
                  <a:pt x="11101" y="7146"/>
                </a:lnTo>
                <a:cubicBezTo>
                  <a:pt x="11399" y="7146"/>
                  <a:pt x="11678" y="7030"/>
                  <a:pt x="11889" y="6820"/>
                </a:cubicBezTo>
                <a:cubicBezTo>
                  <a:pt x="12322" y="6385"/>
                  <a:pt x="12322" y="5681"/>
                  <a:pt x="11889" y="5249"/>
                </a:cubicBezTo>
                <a:lnTo>
                  <a:pt x="6950" y="326"/>
                </a:lnTo>
                <a:cubicBezTo>
                  <a:pt x="6739" y="116"/>
                  <a:pt x="6459" y="0"/>
                  <a:pt x="61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8" name="Google Shape;1208;p43"/>
          <p:cNvGrpSpPr/>
          <p:nvPr/>
        </p:nvGrpSpPr>
        <p:grpSpPr>
          <a:xfrm>
            <a:off x="773930" y="1606668"/>
            <a:ext cx="443739" cy="775934"/>
            <a:chOff x="773930" y="1606668"/>
            <a:chExt cx="443739" cy="775934"/>
          </a:xfrm>
        </p:grpSpPr>
        <p:sp>
          <p:nvSpPr>
            <p:cNvPr id="1209" name="Google Shape;1209;p43"/>
            <p:cNvSpPr/>
            <p:nvPr/>
          </p:nvSpPr>
          <p:spPr>
            <a:xfrm rot="909554">
              <a:off x="809811" y="1649668"/>
              <a:ext cx="371977" cy="323881"/>
            </a:xfrm>
            <a:custGeom>
              <a:avLst/>
              <a:gdLst/>
              <a:ahLst/>
              <a:cxnLst/>
              <a:rect l="l" t="t" r="r" b="b"/>
              <a:pathLst>
                <a:path w="6958" h="6058" extrusionOk="0">
                  <a:moveTo>
                    <a:pt x="3903" y="1"/>
                  </a:moveTo>
                  <a:cubicBezTo>
                    <a:pt x="3640" y="1"/>
                    <a:pt x="3429" y="195"/>
                    <a:pt x="3429" y="435"/>
                  </a:cubicBezTo>
                  <a:lnTo>
                    <a:pt x="3429" y="898"/>
                  </a:lnTo>
                  <a:cubicBezTo>
                    <a:pt x="3304" y="2429"/>
                    <a:pt x="2141" y="2828"/>
                    <a:pt x="2141" y="2828"/>
                  </a:cubicBezTo>
                  <a:lnTo>
                    <a:pt x="2141" y="2396"/>
                  </a:lnTo>
                  <a:lnTo>
                    <a:pt x="0" y="2396"/>
                  </a:lnTo>
                  <a:lnTo>
                    <a:pt x="0" y="6058"/>
                  </a:lnTo>
                  <a:lnTo>
                    <a:pt x="2141" y="6058"/>
                  </a:lnTo>
                  <a:lnTo>
                    <a:pt x="2141" y="5594"/>
                  </a:lnTo>
                  <a:cubicBezTo>
                    <a:pt x="2141" y="5594"/>
                    <a:pt x="2633" y="5935"/>
                    <a:pt x="4016" y="5954"/>
                  </a:cubicBezTo>
                  <a:cubicBezTo>
                    <a:pt x="4083" y="5985"/>
                    <a:pt x="4155" y="6006"/>
                    <a:pt x="4233" y="6006"/>
                  </a:cubicBezTo>
                  <a:lnTo>
                    <a:pt x="5862" y="6006"/>
                  </a:lnTo>
                  <a:cubicBezTo>
                    <a:pt x="6136" y="6006"/>
                    <a:pt x="6358" y="5782"/>
                    <a:pt x="6358" y="5508"/>
                  </a:cubicBezTo>
                  <a:cubicBezTo>
                    <a:pt x="6358" y="5335"/>
                    <a:pt x="6269" y="5183"/>
                    <a:pt x="6136" y="5094"/>
                  </a:cubicBezTo>
                  <a:cubicBezTo>
                    <a:pt x="6375" y="5057"/>
                    <a:pt x="6558" y="4853"/>
                    <a:pt x="6558" y="4605"/>
                  </a:cubicBezTo>
                  <a:cubicBezTo>
                    <a:pt x="6558" y="4433"/>
                    <a:pt x="6470" y="4281"/>
                    <a:pt x="6336" y="4192"/>
                  </a:cubicBezTo>
                  <a:cubicBezTo>
                    <a:pt x="6575" y="4154"/>
                    <a:pt x="6759" y="3951"/>
                    <a:pt x="6759" y="3702"/>
                  </a:cubicBezTo>
                  <a:cubicBezTo>
                    <a:pt x="6759" y="3530"/>
                    <a:pt x="6670" y="3378"/>
                    <a:pt x="6536" y="3287"/>
                  </a:cubicBezTo>
                  <a:cubicBezTo>
                    <a:pt x="6772" y="3252"/>
                    <a:pt x="6957" y="3049"/>
                    <a:pt x="6957" y="2800"/>
                  </a:cubicBezTo>
                  <a:cubicBezTo>
                    <a:pt x="6957" y="2525"/>
                    <a:pt x="6735" y="2301"/>
                    <a:pt x="6461" y="2301"/>
                  </a:cubicBezTo>
                  <a:lnTo>
                    <a:pt x="4831" y="2301"/>
                  </a:lnTo>
                  <a:cubicBezTo>
                    <a:pt x="4756" y="2301"/>
                    <a:pt x="4683" y="2321"/>
                    <a:pt x="4618" y="2352"/>
                  </a:cubicBezTo>
                  <a:lnTo>
                    <a:pt x="4284" y="2352"/>
                  </a:lnTo>
                  <a:cubicBezTo>
                    <a:pt x="4514" y="1683"/>
                    <a:pt x="4379" y="435"/>
                    <a:pt x="4379" y="435"/>
                  </a:cubicBezTo>
                  <a:cubicBezTo>
                    <a:pt x="4379" y="195"/>
                    <a:pt x="4166" y="1"/>
                    <a:pt x="39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3"/>
            <p:cNvSpPr/>
            <p:nvPr/>
          </p:nvSpPr>
          <p:spPr>
            <a:xfrm>
              <a:off x="869031" y="2134975"/>
              <a:ext cx="247721" cy="247627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1" name="Google Shape;1211;p43"/>
          <p:cNvGrpSpPr/>
          <p:nvPr/>
        </p:nvGrpSpPr>
        <p:grpSpPr>
          <a:xfrm>
            <a:off x="7629064" y="673091"/>
            <a:ext cx="485454" cy="712737"/>
            <a:chOff x="7629064" y="673091"/>
            <a:chExt cx="485454" cy="712737"/>
          </a:xfrm>
        </p:grpSpPr>
        <p:grpSp>
          <p:nvGrpSpPr>
            <p:cNvPr id="1212" name="Google Shape;1212;p43"/>
            <p:cNvGrpSpPr/>
            <p:nvPr/>
          </p:nvGrpSpPr>
          <p:grpSpPr>
            <a:xfrm>
              <a:off x="7629064" y="673091"/>
              <a:ext cx="485454" cy="442220"/>
              <a:chOff x="1453550" y="959950"/>
              <a:chExt cx="167925" cy="152975"/>
            </a:xfrm>
          </p:grpSpPr>
          <p:sp>
            <p:nvSpPr>
              <p:cNvPr id="1213" name="Google Shape;1213;p43"/>
              <p:cNvSpPr/>
              <p:nvPr/>
            </p:nvSpPr>
            <p:spPr>
              <a:xfrm>
                <a:off x="1453550" y="959950"/>
                <a:ext cx="167925" cy="15297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6119" extrusionOk="0">
                    <a:moveTo>
                      <a:pt x="3359" y="0"/>
                    </a:moveTo>
                    <a:cubicBezTo>
                      <a:pt x="2576" y="0"/>
                      <a:pt x="1793" y="299"/>
                      <a:pt x="1195" y="896"/>
                    </a:cubicBezTo>
                    <a:cubicBezTo>
                      <a:pt x="1" y="2091"/>
                      <a:pt x="1" y="4027"/>
                      <a:pt x="1195" y="5222"/>
                    </a:cubicBezTo>
                    <a:cubicBezTo>
                      <a:pt x="1793" y="5820"/>
                      <a:pt x="2576" y="6118"/>
                      <a:pt x="3359" y="6118"/>
                    </a:cubicBezTo>
                    <a:cubicBezTo>
                      <a:pt x="4142" y="6118"/>
                      <a:pt x="4925" y="5820"/>
                      <a:pt x="5523" y="5222"/>
                    </a:cubicBezTo>
                    <a:cubicBezTo>
                      <a:pt x="6716" y="4027"/>
                      <a:pt x="6716" y="2091"/>
                      <a:pt x="5523" y="896"/>
                    </a:cubicBezTo>
                    <a:cubicBezTo>
                      <a:pt x="4925" y="299"/>
                      <a:pt x="4142" y="0"/>
                      <a:pt x="33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43"/>
              <p:cNvSpPr/>
              <p:nvPr/>
            </p:nvSpPr>
            <p:spPr>
              <a:xfrm>
                <a:off x="1495475" y="998925"/>
                <a:ext cx="84150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3366" h="3207" extrusionOk="0">
                    <a:moveTo>
                      <a:pt x="909" y="0"/>
                    </a:moveTo>
                    <a:cubicBezTo>
                      <a:pt x="863" y="0"/>
                      <a:pt x="811" y="2"/>
                      <a:pt x="758" y="8"/>
                    </a:cubicBezTo>
                    <a:cubicBezTo>
                      <a:pt x="427" y="40"/>
                      <a:pt x="46" y="343"/>
                      <a:pt x="0" y="921"/>
                    </a:cubicBezTo>
                    <a:lnTo>
                      <a:pt x="0" y="1113"/>
                    </a:lnTo>
                    <a:cubicBezTo>
                      <a:pt x="42" y="1668"/>
                      <a:pt x="461" y="2351"/>
                      <a:pt x="1683" y="3207"/>
                    </a:cubicBezTo>
                    <a:cubicBezTo>
                      <a:pt x="2903" y="2350"/>
                      <a:pt x="3322" y="1668"/>
                      <a:pt x="3365" y="1113"/>
                    </a:cubicBezTo>
                    <a:lnTo>
                      <a:pt x="3365" y="921"/>
                    </a:lnTo>
                    <a:cubicBezTo>
                      <a:pt x="3318" y="341"/>
                      <a:pt x="2937" y="39"/>
                      <a:pt x="2606" y="8"/>
                    </a:cubicBezTo>
                    <a:cubicBezTo>
                      <a:pt x="2553" y="2"/>
                      <a:pt x="2503" y="0"/>
                      <a:pt x="2455" y="0"/>
                    </a:cubicBezTo>
                    <a:cubicBezTo>
                      <a:pt x="2076" y="0"/>
                      <a:pt x="1892" y="165"/>
                      <a:pt x="1683" y="412"/>
                    </a:cubicBezTo>
                    <a:cubicBezTo>
                      <a:pt x="1472" y="165"/>
                      <a:pt x="1291" y="0"/>
                      <a:pt x="9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5" name="Google Shape;1215;p43"/>
            <p:cNvSpPr/>
            <p:nvPr/>
          </p:nvSpPr>
          <p:spPr>
            <a:xfrm>
              <a:off x="7708929" y="1285924"/>
              <a:ext cx="99956" cy="99903"/>
            </a:xfrm>
            <a:custGeom>
              <a:avLst/>
              <a:gdLst/>
              <a:ahLst/>
              <a:cxnLst/>
              <a:rect l="l" t="t" r="r" b="b"/>
              <a:pathLst>
                <a:path w="3762" h="3760" extrusionOk="0">
                  <a:moveTo>
                    <a:pt x="1884" y="0"/>
                  </a:moveTo>
                  <a:cubicBezTo>
                    <a:pt x="1883" y="0"/>
                    <a:pt x="1882" y="0"/>
                    <a:pt x="1881" y="0"/>
                  </a:cubicBezTo>
                  <a:cubicBezTo>
                    <a:pt x="842" y="0"/>
                    <a:pt x="0" y="842"/>
                    <a:pt x="0" y="1880"/>
                  </a:cubicBezTo>
                  <a:cubicBezTo>
                    <a:pt x="0" y="2919"/>
                    <a:pt x="844" y="3760"/>
                    <a:pt x="1881" y="3760"/>
                  </a:cubicBezTo>
                  <a:cubicBezTo>
                    <a:pt x="2919" y="3760"/>
                    <a:pt x="3761" y="2918"/>
                    <a:pt x="3761" y="1880"/>
                  </a:cubicBezTo>
                  <a:cubicBezTo>
                    <a:pt x="3761" y="843"/>
                    <a:pt x="2920" y="0"/>
                    <a:pt x="18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6" name="Google Shape;1216;p43"/>
          <p:cNvGrpSpPr/>
          <p:nvPr/>
        </p:nvGrpSpPr>
        <p:grpSpPr>
          <a:xfrm>
            <a:off x="8114529" y="2756174"/>
            <a:ext cx="438224" cy="387666"/>
            <a:chOff x="8114529" y="2756174"/>
            <a:chExt cx="438224" cy="387666"/>
          </a:xfrm>
        </p:grpSpPr>
        <p:sp>
          <p:nvSpPr>
            <p:cNvPr id="1217" name="Google Shape;1217;p43"/>
            <p:cNvSpPr/>
            <p:nvPr/>
          </p:nvSpPr>
          <p:spPr>
            <a:xfrm>
              <a:off x="8305031" y="2756175"/>
              <a:ext cx="247721" cy="247627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3"/>
            <p:cNvSpPr/>
            <p:nvPr/>
          </p:nvSpPr>
          <p:spPr>
            <a:xfrm>
              <a:off x="8214477" y="3003802"/>
              <a:ext cx="140104" cy="140038"/>
            </a:xfrm>
            <a:custGeom>
              <a:avLst/>
              <a:gdLst/>
              <a:ahLst/>
              <a:cxnLst/>
              <a:rect l="l" t="t" r="r" b="b"/>
              <a:pathLst>
                <a:path w="5276" h="5274" extrusionOk="0">
                  <a:moveTo>
                    <a:pt x="2638" y="1"/>
                  </a:moveTo>
                  <a:lnTo>
                    <a:pt x="1706" y="1706"/>
                  </a:lnTo>
                  <a:lnTo>
                    <a:pt x="1" y="2638"/>
                  </a:lnTo>
                  <a:lnTo>
                    <a:pt x="1706" y="3569"/>
                  </a:lnTo>
                  <a:lnTo>
                    <a:pt x="2638" y="5274"/>
                  </a:lnTo>
                  <a:lnTo>
                    <a:pt x="3571" y="3569"/>
                  </a:lnTo>
                  <a:lnTo>
                    <a:pt x="5275" y="2638"/>
                  </a:lnTo>
                  <a:lnTo>
                    <a:pt x="3571" y="1706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3"/>
            <p:cNvSpPr/>
            <p:nvPr/>
          </p:nvSpPr>
          <p:spPr>
            <a:xfrm>
              <a:off x="8114529" y="2756174"/>
              <a:ext cx="99956" cy="99903"/>
            </a:xfrm>
            <a:custGeom>
              <a:avLst/>
              <a:gdLst/>
              <a:ahLst/>
              <a:cxnLst/>
              <a:rect l="l" t="t" r="r" b="b"/>
              <a:pathLst>
                <a:path w="3762" h="3760" extrusionOk="0">
                  <a:moveTo>
                    <a:pt x="1884" y="0"/>
                  </a:moveTo>
                  <a:cubicBezTo>
                    <a:pt x="1883" y="0"/>
                    <a:pt x="1882" y="0"/>
                    <a:pt x="1881" y="0"/>
                  </a:cubicBezTo>
                  <a:cubicBezTo>
                    <a:pt x="842" y="0"/>
                    <a:pt x="0" y="842"/>
                    <a:pt x="0" y="1880"/>
                  </a:cubicBezTo>
                  <a:cubicBezTo>
                    <a:pt x="0" y="2919"/>
                    <a:pt x="844" y="3760"/>
                    <a:pt x="1881" y="3760"/>
                  </a:cubicBezTo>
                  <a:cubicBezTo>
                    <a:pt x="2919" y="3760"/>
                    <a:pt x="3761" y="2918"/>
                    <a:pt x="3761" y="1880"/>
                  </a:cubicBezTo>
                  <a:cubicBezTo>
                    <a:pt x="3761" y="843"/>
                    <a:pt x="2920" y="0"/>
                    <a:pt x="18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0" name="Google Shape;1220;p43">
            <a:hlinkClick r:id="" action="ppaction://hlinkshowjump?jump=nextslide"/>
          </p:cNvPr>
          <p:cNvSpPr/>
          <p:nvPr/>
        </p:nvSpPr>
        <p:spPr>
          <a:xfrm>
            <a:off x="850702" y="4608505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43">
            <a:hlinkClick r:id="" action="ppaction://hlinkshowjump?jump=nextslide"/>
          </p:cNvPr>
          <p:cNvSpPr/>
          <p:nvPr/>
        </p:nvSpPr>
        <p:spPr>
          <a:xfrm>
            <a:off x="925738" y="4700727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43">
            <a:hlinkClick r:id="" action="ppaction://hlinkshowjump?jump=previousslide"/>
          </p:cNvPr>
          <p:cNvSpPr/>
          <p:nvPr/>
        </p:nvSpPr>
        <p:spPr>
          <a:xfrm>
            <a:off x="422198" y="4608530"/>
            <a:ext cx="284400" cy="2844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dist="66675" dir="168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43">
            <a:hlinkClick r:id="" action="ppaction://hlinkshowjump?jump=previousslide"/>
          </p:cNvPr>
          <p:cNvSpPr/>
          <p:nvPr/>
        </p:nvSpPr>
        <p:spPr>
          <a:xfrm flipH="1">
            <a:off x="494354" y="4700744"/>
            <a:ext cx="140100" cy="99900"/>
          </a:xfrm>
          <a:prstGeom prst="rightArrow">
            <a:avLst>
              <a:gd name="adj1" fmla="val 33078"/>
              <a:gd name="adj2" fmla="val 8283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one Addiction by Slidesgo">
  <a:themeElements>
    <a:clrScheme name="Simple Light">
      <a:dk1>
        <a:srgbClr val="332C33"/>
      </a:dk1>
      <a:lt1>
        <a:srgbClr val="FFF6F7"/>
      </a:lt1>
      <a:dk2>
        <a:srgbClr val="FFE5E6"/>
      </a:dk2>
      <a:lt2>
        <a:srgbClr val="F9677A"/>
      </a:lt2>
      <a:accent1>
        <a:srgbClr val="EA6557"/>
      </a:accent1>
      <a:accent2>
        <a:srgbClr val="EEC12B"/>
      </a:accent2>
      <a:accent3>
        <a:srgbClr val="6E597A"/>
      </a:accent3>
      <a:accent4>
        <a:srgbClr val="88BFFF"/>
      </a:accent4>
      <a:accent5>
        <a:srgbClr val="BFEDEB"/>
      </a:accent5>
      <a:accent6>
        <a:srgbClr val="468478"/>
      </a:accent6>
      <a:hlink>
        <a:srgbClr val="332C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202</Words>
  <Application>Microsoft Office PowerPoint</Application>
  <PresentationFormat>On-screen Show (16:9)</PresentationFormat>
  <Paragraphs>63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Anaheim</vt:lpstr>
      <vt:lpstr>Bebas Neue</vt:lpstr>
      <vt:lpstr>Arial</vt:lpstr>
      <vt:lpstr>Bowlby One</vt:lpstr>
      <vt:lpstr>DM Sans</vt:lpstr>
      <vt:lpstr>Fira Sans Extra Condensed Medium</vt:lpstr>
      <vt:lpstr>Roboto</vt:lpstr>
      <vt:lpstr>Phone Addiction by Slidesgo</vt:lpstr>
      <vt:lpstr>Adictia fata de Smartphone</vt:lpstr>
      <vt:lpstr>Introducere</vt:lpstr>
      <vt:lpstr>Date  7.500 de înregistrari</vt:lpstr>
      <vt:lpstr>Algoritmi</vt:lpstr>
      <vt:lpstr>Rezultate</vt:lpstr>
      <vt:lpstr>Corelații</vt:lpstr>
      <vt:lpstr>Concluzii</vt:lpstr>
      <vt:lpstr>Aplicabilitate practica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Laura</dc:creator>
  <cp:lastModifiedBy>Laura Homorodan</cp:lastModifiedBy>
  <cp:revision>9</cp:revision>
  <dcterms:modified xsi:type="dcterms:W3CDTF">2026-05-27T10:14:14Z</dcterms:modified>
</cp:coreProperties>
</file>